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1" r:id="rId5"/>
    <p:sldId id="259" r:id="rId6"/>
    <p:sldId id="272" r:id="rId7"/>
    <p:sldId id="273" r:id="rId8"/>
    <p:sldId id="275" r:id="rId9"/>
    <p:sldId id="274" r:id="rId10"/>
    <p:sldId id="276" r:id="rId11"/>
    <p:sldId id="277" r:id="rId12"/>
    <p:sldId id="269" r:id="rId13"/>
    <p:sldId id="260" r:id="rId14"/>
    <p:sldId id="261" r:id="rId15"/>
    <p:sldId id="262" r:id="rId16"/>
    <p:sldId id="278" r:id="rId17"/>
    <p:sldId id="284" r:id="rId18"/>
    <p:sldId id="281" r:id="rId19"/>
    <p:sldId id="264" r:id="rId20"/>
    <p:sldId id="282" r:id="rId21"/>
    <p:sldId id="279" r:id="rId22"/>
    <p:sldId id="265" r:id="rId23"/>
    <p:sldId id="280" r:id="rId24"/>
    <p:sldId id="263" r:id="rId25"/>
    <p:sldId id="283" r:id="rId26"/>
    <p:sldId id="287" r:id="rId27"/>
    <p:sldId id="267" r:id="rId28"/>
    <p:sldId id="288" r:id="rId29"/>
    <p:sldId id="290" r:id="rId30"/>
    <p:sldId id="289" r:id="rId31"/>
    <p:sldId id="291" r:id="rId32"/>
    <p:sldId id="268" r:id="rId33"/>
    <p:sldId id="292" r:id="rId34"/>
    <p:sldId id="27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A640C7-C508-4B46-9DE3-D767D5EAC49A}" v="43" dt="2026-03-26T16:05:46.632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David" userId="846a1c0a-3ddd-4f2e-a4ac-5d295891fe61" providerId="ADAL" clId="{37F3A1EC-38F0-4AE9-BBEC-2321762C1229}"/>
    <pc:docChg chg="undo custSel addSld delSld modSld sldOrd">
      <pc:chgData name="Smith, David" userId="846a1c0a-3ddd-4f2e-a4ac-5d295891fe61" providerId="ADAL" clId="{37F3A1EC-38F0-4AE9-BBEC-2321762C1229}" dt="2026-03-24T20:18:24.969" v="6681" actId="14100"/>
      <pc:docMkLst>
        <pc:docMk/>
      </pc:docMkLst>
      <pc:sldChg chg="modSp mod ord">
        <pc:chgData name="Smith, David" userId="846a1c0a-3ddd-4f2e-a4ac-5d295891fe61" providerId="ADAL" clId="{37F3A1EC-38F0-4AE9-BBEC-2321762C1229}" dt="2026-03-23T16:42:50.798" v="1365" actId="20577"/>
        <pc:sldMkLst>
          <pc:docMk/>
          <pc:sldMk cId="627320825" sldId="258"/>
        </pc:sldMkLst>
        <pc:spChg chg="mod">
          <ac:chgData name="Smith, David" userId="846a1c0a-3ddd-4f2e-a4ac-5d295891fe61" providerId="ADAL" clId="{37F3A1EC-38F0-4AE9-BBEC-2321762C1229}" dt="2026-03-23T16:41:12.891" v="1320" actId="20577"/>
          <ac:spMkLst>
            <pc:docMk/>
            <pc:sldMk cId="627320825" sldId="258"/>
            <ac:spMk id="2" creationId="{6157D9EE-452C-D67A-CEC1-F50CFE00D881}"/>
          </ac:spMkLst>
        </pc:spChg>
        <pc:spChg chg="mod">
          <ac:chgData name="Smith, David" userId="846a1c0a-3ddd-4f2e-a4ac-5d295891fe61" providerId="ADAL" clId="{37F3A1EC-38F0-4AE9-BBEC-2321762C1229}" dt="2026-03-23T16:42:50.798" v="1365" actId="20577"/>
          <ac:spMkLst>
            <pc:docMk/>
            <pc:sldMk cId="627320825" sldId="258"/>
            <ac:spMk id="3" creationId="{A7034C1E-5D91-0EA5-947E-45E526ABA6F9}"/>
          </ac:spMkLst>
        </pc:spChg>
      </pc:sldChg>
      <pc:sldChg chg="addSp modSp mod ord">
        <pc:chgData name="Smith, David" userId="846a1c0a-3ddd-4f2e-a4ac-5d295891fe61" providerId="ADAL" clId="{37F3A1EC-38F0-4AE9-BBEC-2321762C1229}" dt="2026-03-23T16:39:04.741" v="1258"/>
        <pc:sldMkLst>
          <pc:docMk/>
          <pc:sldMk cId="2889370819" sldId="259"/>
        </pc:sldMkLst>
        <pc:spChg chg="mod">
          <ac:chgData name="Smith, David" userId="846a1c0a-3ddd-4f2e-a4ac-5d295891fe61" providerId="ADAL" clId="{37F3A1EC-38F0-4AE9-BBEC-2321762C1229}" dt="2026-03-23T16:06:49.267" v="13" actId="20577"/>
          <ac:spMkLst>
            <pc:docMk/>
            <pc:sldMk cId="2889370819" sldId="259"/>
            <ac:spMk id="2" creationId="{27F5158B-999C-8DDA-8775-2E1A96213F77}"/>
          </ac:spMkLst>
        </pc:spChg>
        <pc:spChg chg="mod">
          <ac:chgData name="Smith, David" userId="846a1c0a-3ddd-4f2e-a4ac-5d295891fe61" providerId="ADAL" clId="{37F3A1EC-38F0-4AE9-BBEC-2321762C1229}" dt="2026-03-23T16:38:51.432" v="1257" actId="5793"/>
          <ac:spMkLst>
            <pc:docMk/>
            <pc:sldMk cId="2889370819" sldId="259"/>
            <ac:spMk id="3" creationId="{C1EC6CEA-AF1C-C9C0-9422-9C5DA542682D}"/>
          </ac:spMkLst>
        </pc:spChg>
        <pc:spChg chg="add mod">
          <ac:chgData name="Smith, David" userId="846a1c0a-3ddd-4f2e-a4ac-5d295891fe61" providerId="ADAL" clId="{37F3A1EC-38F0-4AE9-BBEC-2321762C1229}" dt="2026-03-23T16:39:04.741" v="1258"/>
          <ac:spMkLst>
            <pc:docMk/>
            <pc:sldMk cId="2889370819" sldId="259"/>
            <ac:spMk id="4" creationId="{B3D77ACC-2E02-D024-5136-30EE9D2642A0}"/>
          </ac:spMkLst>
        </pc:spChg>
      </pc:sldChg>
      <pc:sldChg chg="addSp modSp mod">
        <pc:chgData name="Smith, David" userId="846a1c0a-3ddd-4f2e-a4ac-5d295891fe61" providerId="ADAL" clId="{37F3A1EC-38F0-4AE9-BBEC-2321762C1229}" dt="2026-03-24T19:12:49.322" v="5009" actId="20577"/>
        <pc:sldMkLst>
          <pc:docMk/>
          <pc:sldMk cId="2608432872" sldId="260"/>
        </pc:sldMkLst>
        <pc:spChg chg="mod">
          <ac:chgData name="Smith, David" userId="846a1c0a-3ddd-4f2e-a4ac-5d295891fe61" providerId="ADAL" clId="{37F3A1EC-38F0-4AE9-BBEC-2321762C1229}" dt="2026-03-23T18:38:49.282" v="3401" actId="20577"/>
          <ac:spMkLst>
            <pc:docMk/>
            <pc:sldMk cId="2608432872" sldId="260"/>
            <ac:spMk id="2" creationId="{6E2AA518-4408-DAB7-ECE0-4A14181B1CCF}"/>
          </ac:spMkLst>
        </pc:spChg>
        <pc:spChg chg="mod">
          <ac:chgData name="Smith, David" userId="846a1c0a-3ddd-4f2e-a4ac-5d295891fe61" providerId="ADAL" clId="{37F3A1EC-38F0-4AE9-BBEC-2321762C1229}" dt="2026-03-24T19:12:49.322" v="5009" actId="20577"/>
          <ac:spMkLst>
            <pc:docMk/>
            <pc:sldMk cId="2608432872" sldId="260"/>
            <ac:spMk id="3" creationId="{C1A41514-9BC5-E2A0-C898-2285EFA15E30}"/>
          </ac:spMkLst>
        </pc:spChg>
        <pc:spChg chg="add mod">
          <ac:chgData name="Smith, David" userId="846a1c0a-3ddd-4f2e-a4ac-5d295891fe61" providerId="ADAL" clId="{37F3A1EC-38F0-4AE9-BBEC-2321762C1229}" dt="2026-03-23T18:38:20.466" v="3389"/>
          <ac:spMkLst>
            <pc:docMk/>
            <pc:sldMk cId="2608432872" sldId="260"/>
            <ac:spMk id="4" creationId="{9BBAC919-4F2F-574F-D8FF-611F2109C76B}"/>
          </ac:spMkLst>
        </pc:spChg>
      </pc:sldChg>
      <pc:sldChg chg="addSp delSp modSp mod">
        <pc:chgData name="Smith, David" userId="846a1c0a-3ddd-4f2e-a4ac-5d295891fe61" providerId="ADAL" clId="{37F3A1EC-38F0-4AE9-BBEC-2321762C1229}" dt="2026-03-24T19:11:46.320" v="4968" actId="20577"/>
        <pc:sldMkLst>
          <pc:docMk/>
          <pc:sldMk cId="2438251688" sldId="261"/>
        </pc:sldMkLst>
        <pc:spChg chg="mod">
          <ac:chgData name="Smith, David" userId="846a1c0a-3ddd-4f2e-a4ac-5d295891fe61" providerId="ADAL" clId="{37F3A1EC-38F0-4AE9-BBEC-2321762C1229}" dt="2026-03-24T19:11:46.320" v="4968" actId="20577"/>
          <ac:spMkLst>
            <pc:docMk/>
            <pc:sldMk cId="2438251688" sldId="261"/>
            <ac:spMk id="2" creationId="{6571CF7D-0601-A664-ED3F-D958501B3D96}"/>
          </ac:spMkLst>
        </pc:spChg>
        <pc:spChg chg="add mod">
          <ac:chgData name="Smith, David" userId="846a1c0a-3ddd-4f2e-a4ac-5d295891fe61" providerId="ADAL" clId="{37F3A1EC-38F0-4AE9-BBEC-2321762C1229}" dt="2026-03-23T18:38:23.313" v="3391"/>
          <ac:spMkLst>
            <pc:docMk/>
            <pc:sldMk cId="2438251688" sldId="261"/>
            <ac:spMk id="4" creationId="{08236C1F-B1FC-F34C-5191-4683D51C0C9E}"/>
          </ac:spMkLst>
        </pc:spChg>
        <pc:picChg chg="add mod">
          <ac:chgData name="Smith, David" userId="846a1c0a-3ddd-4f2e-a4ac-5d295891fe61" providerId="ADAL" clId="{37F3A1EC-38F0-4AE9-BBEC-2321762C1229}" dt="2026-03-24T19:11:30.922" v="4952" actId="1076"/>
          <ac:picMkLst>
            <pc:docMk/>
            <pc:sldMk cId="2438251688" sldId="261"/>
            <ac:picMk id="8" creationId="{772DB2AE-BA46-73B7-2E2A-57F18FC1A0B0}"/>
          </ac:picMkLst>
        </pc:picChg>
      </pc:sldChg>
      <pc:sldChg chg="addSp modSp mod">
        <pc:chgData name="Smith, David" userId="846a1c0a-3ddd-4f2e-a4ac-5d295891fe61" providerId="ADAL" clId="{37F3A1EC-38F0-4AE9-BBEC-2321762C1229}" dt="2026-03-24T19:37:54.270" v="5409" actId="6549"/>
        <pc:sldMkLst>
          <pc:docMk/>
          <pc:sldMk cId="1023193975" sldId="262"/>
        </pc:sldMkLst>
        <pc:spChg chg="mod">
          <ac:chgData name="Smith, David" userId="846a1c0a-3ddd-4f2e-a4ac-5d295891fe61" providerId="ADAL" clId="{37F3A1EC-38F0-4AE9-BBEC-2321762C1229}" dt="2026-03-23T19:22:17.058" v="4114" actId="20577"/>
          <ac:spMkLst>
            <pc:docMk/>
            <pc:sldMk cId="1023193975" sldId="262"/>
            <ac:spMk id="2" creationId="{58EB2F5D-EB85-BDF7-AFA0-33FF2CA538D6}"/>
          </ac:spMkLst>
        </pc:spChg>
        <pc:spChg chg="mod">
          <ac:chgData name="Smith, David" userId="846a1c0a-3ddd-4f2e-a4ac-5d295891fe61" providerId="ADAL" clId="{37F3A1EC-38F0-4AE9-BBEC-2321762C1229}" dt="2026-03-24T19:37:54.270" v="5409" actId="6549"/>
          <ac:spMkLst>
            <pc:docMk/>
            <pc:sldMk cId="1023193975" sldId="262"/>
            <ac:spMk id="3" creationId="{7B8EBC61-8754-5371-D746-6E7C172F04CB}"/>
          </ac:spMkLst>
        </pc:spChg>
        <pc:spChg chg="add mod">
          <ac:chgData name="Smith, David" userId="846a1c0a-3ddd-4f2e-a4ac-5d295891fe61" providerId="ADAL" clId="{37F3A1EC-38F0-4AE9-BBEC-2321762C1229}" dt="2026-03-23T18:38:22.249" v="3390"/>
          <ac:spMkLst>
            <pc:docMk/>
            <pc:sldMk cId="1023193975" sldId="262"/>
            <ac:spMk id="4" creationId="{FFA3EEEB-BB67-67A4-476B-2FCC7339D458}"/>
          </ac:spMkLst>
        </pc:spChg>
      </pc:sldChg>
      <pc:sldChg chg="addSp delSp modSp mod ord">
        <pc:chgData name="Smith, David" userId="846a1c0a-3ddd-4f2e-a4ac-5d295891fe61" providerId="ADAL" clId="{37F3A1EC-38F0-4AE9-BBEC-2321762C1229}" dt="2026-03-24T19:53:44.104" v="6111" actId="20577"/>
        <pc:sldMkLst>
          <pc:docMk/>
          <pc:sldMk cId="769701451" sldId="264"/>
        </pc:sldMkLst>
        <pc:spChg chg="mod">
          <ac:chgData name="Smith, David" userId="846a1c0a-3ddd-4f2e-a4ac-5d295891fe61" providerId="ADAL" clId="{37F3A1EC-38F0-4AE9-BBEC-2321762C1229}" dt="2026-03-24T19:53:18.199" v="6096" actId="14100"/>
          <ac:spMkLst>
            <pc:docMk/>
            <pc:sldMk cId="769701451" sldId="264"/>
            <ac:spMk id="2" creationId="{4803DD6C-E609-52E8-A3BD-A8A3BD47F44A}"/>
          </ac:spMkLst>
        </pc:spChg>
        <pc:spChg chg="add mod">
          <ac:chgData name="Smith, David" userId="846a1c0a-3ddd-4f2e-a4ac-5d295891fe61" providerId="ADAL" clId="{37F3A1EC-38F0-4AE9-BBEC-2321762C1229}" dt="2026-03-23T19:18:01.101" v="4011" actId="20577"/>
          <ac:spMkLst>
            <pc:docMk/>
            <pc:sldMk cId="769701451" sldId="264"/>
            <ac:spMk id="4" creationId="{7A6B32E6-9E67-16B2-FBED-4A2754E3D865}"/>
          </ac:spMkLst>
        </pc:spChg>
        <pc:spChg chg="add mod">
          <ac:chgData name="Smith, David" userId="846a1c0a-3ddd-4f2e-a4ac-5d295891fe61" providerId="ADAL" clId="{37F3A1EC-38F0-4AE9-BBEC-2321762C1229}" dt="2026-03-23T19:17:57.281" v="4003" actId="20577"/>
          <ac:spMkLst>
            <pc:docMk/>
            <pc:sldMk cId="769701451" sldId="264"/>
            <ac:spMk id="5" creationId="{B60E9380-E07E-6D93-425E-E56169173FC2}"/>
          </ac:spMkLst>
        </pc:spChg>
        <pc:spChg chg="add mod">
          <ac:chgData name="Smith, David" userId="846a1c0a-3ddd-4f2e-a4ac-5d295891fe61" providerId="ADAL" clId="{37F3A1EC-38F0-4AE9-BBEC-2321762C1229}" dt="2026-03-23T19:18:04.153" v="4019" actId="20577"/>
          <ac:spMkLst>
            <pc:docMk/>
            <pc:sldMk cId="769701451" sldId="264"/>
            <ac:spMk id="6" creationId="{E88A41F5-24DE-129E-3190-E3EEB9B8D8FF}"/>
          </ac:spMkLst>
        </pc:spChg>
        <pc:spChg chg="add mod">
          <ac:chgData name="Smith, David" userId="846a1c0a-3ddd-4f2e-a4ac-5d295891fe61" providerId="ADAL" clId="{37F3A1EC-38F0-4AE9-BBEC-2321762C1229}" dt="2026-03-23T18:58:50.960" v="3829" actId="1076"/>
          <ac:spMkLst>
            <pc:docMk/>
            <pc:sldMk cId="769701451" sldId="264"/>
            <ac:spMk id="7" creationId="{C1522173-E321-98B9-FB03-4675B5A010ED}"/>
          </ac:spMkLst>
        </pc:spChg>
        <pc:spChg chg="add mod">
          <ac:chgData name="Smith, David" userId="846a1c0a-3ddd-4f2e-a4ac-5d295891fe61" providerId="ADAL" clId="{37F3A1EC-38F0-4AE9-BBEC-2321762C1229}" dt="2026-03-23T18:58:50.960" v="3829" actId="1076"/>
          <ac:spMkLst>
            <pc:docMk/>
            <pc:sldMk cId="769701451" sldId="264"/>
            <ac:spMk id="8" creationId="{6FB9D72F-310A-3580-3DD3-8CF1A3704026}"/>
          </ac:spMkLst>
        </pc:spChg>
        <pc:spChg chg="add mod">
          <ac:chgData name="Smith, David" userId="846a1c0a-3ddd-4f2e-a4ac-5d295891fe61" providerId="ADAL" clId="{37F3A1EC-38F0-4AE9-BBEC-2321762C1229}" dt="2026-03-23T18:58:47.765" v="3828" actId="1076"/>
          <ac:spMkLst>
            <pc:docMk/>
            <pc:sldMk cId="769701451" sldId="264"/>
            <ac:spMk id="9" creationId="{DB38C445-4130-976F-5CC7-A5DEBF7DDBBB}"/>
          </ac:spMkLst>
        </pc:spChg>
        <pc:spChg chg="add mod">
          <ac:chgData name="Smith, David" userId="846a1c0a-3ddd-4f2e-a4ac-5d295891fe61" providerId="ADAL" clId="{37F3A1EC-38F0-4AE9-BBEC-2321762C1229}" dt="2026-03-23T18:58:47.765" v="3828" actId="1076"/>
          <ac:spMkLst>
            <pc:docMk/>
            <pc:sldMk cId="769701451" sldId="264"/>
            <ac:spMk id="10" creationId="{5F76EAB7-7916-96A0-EF8A-8E12C82DBC25}"/>
          </ac:spMkLst>
        </pc:spChg>
        <pc:spChg chg="add mod">
          <ac:chgData name="Smith, David" userId="846a1c0a-3ddd-4f2e-a4ac-5d295891fe61" providerId="ADAL" clId="{37F3A1EC-38F0-4AE9-BBEC-2321762C1229}" dt="2026-03-23T18:58:47.765" v="3828" actId="1076"/>
          <ac:spMkLst>
            <pc:docMk/>
            <pc:sldMk cId="769701451" sldId="264"/>
            <ac:spMk id="11" creationId="{DEA071EB-D276-5518-67E1-13E17935D9A7}"/>
          </ac:spMkLst>
        </pc:spChg>
        <pc:spChg chg="add mod">
          <ac:chgData name="Smith, David" userId="846a1c0a-3ddd-4f2e-a4ac-5d295891fe61" providerId="ADAL" clId="{37F3A1EC-38F0-4AE9-BBEC-2321762C1229}" dt="2026-03-23T18:58:44.905" v="3827" actId="1076"/>
          <ac:spMkLst>
            <pc:docMk/>
            <pc:sldMk cId="769701451" sldId="264"/>
            <ac:spMk id="12" creationId="{6F9A05DD-8389-9F01-21D7-07EF77320EC9}"/>
          </ac:spMkLst>
        </pc:spChg>
        <pc:spChg chg="add mod">
          <ac:chgData name="Smith, David" userId="846a1c0a-3ddd-4f2e-a4ac-5d295891fe61" providerId="ADAL" clId="{37F3A1EC-38F0-4AE9-BBEC-2321762C1229}" dt="2026-03-23T19:04:42.163" v="3902" actId="313"/>
          <ac:spMkLst>
            <pc:docMk/>
            <pc:sldMk cId="769701451" sldId="264"/>
            <ac:spMk id="13" creationId="{144F745A-42F7-14FE-10E3-E6DE648FD937}"/>
          </ac:spMkLst>
        </pc:spChg>
        <pc:spChg chg="add mod">
          <ac:chgData name="Smith, David" userId="846a1c0a-3ddd-4f2e-a4ac-5d295891fe61" providerId="ADAL" clId="{37F3A1EC-38F0-4AE9-BBEC-2321762C1229}" dt="2026-03-23T18:58:44.905" v="3827" actId="1076"/>
          <ac:spMkLst>
            <pc:docMk/>
            <pc:sldMk cId="769701451" sldId="264"/>
            <ac:spMk id="14" creationId="{34749A1F-35B0-35B6-8A93-BD0549C35C7A}"/>
          </ac:spMkLst>
        </pc:spChg>
        <pc:spChg chg="add mod">
          <ac:chgData name="Smith, David" userId="846a1c0a-3ddd-4f2e-a4ac-5d295891fe61" providerId="ADAL" clId="{37F3A1EC-38F0-4AE9-BBEC-2321762C1229}" dt="2026-03-23T18:58:54.297" v="3830" actId="1076"/>
          <ac:spMkLst>
            <pc:docMk/>
            <pc:sldMk cId="769701451" sldId="264"/>
            <ac:spMk id="15" creationId="{89724B48-9756-836E-4A14-4B58DB01134D}"/>
          </ac:spMkLst>
        </pc:spChg>
        <pc:spChg chg="add mod">
          <ac:chgData name="Smith, David" userId="846a1c0a-3ddd-4f2e-a4ac-5d295891fe61" providerId="ADAL" clId="{37F3A1EC-38F0-4AE9-BBEC-2321762C1229}" dt="2026-03-23T18:58:54.297" v="3830" actId="1076"/>
          <ac:spMkLst>
            <pc:docMk/>
            <pc:sldMk cId="769701451" sldId="264"/>
            <ac:spMk id="16" creationId="{BBFF3D7A-5008-D731-8831-DE3590DE4C8B}"/>
          </ac:spMkLst>
        </pc:spChg>
        <pc:spChg chg="add mod">
          <ac:chgData name="Smith, David" userId="846a1c0a-3ddd-4f2e-a4ac-5d295891fe61" providerId="ADAL" clId="{37F3A1EC-38F0-4AE9-BBEC-2321762C1229}" dt="2026-03-23T18:58:54.297" v="3830" actId="1076"/>
          <ac:spMkLst>
            <pc:docMk/>
            <pc:sldMk cId="769701451" sldId="264"/>
            <ac:spMk id="17" creationId="{10BB0440-9253-3486-3DC1-B0CC804C1484}"/>
          </ac:spMkLst>
        </pc:spChg>
        <pc:spChg chg="add mod">
          <ac:chgData name="Smith, David" userId="846a1c0a-3ddd-4f2e-a4ac-5d295891fe61" providerId="ADAL" clId="{37F3A1EC-38F0-4AE9-BBEC-2321762C1229}" dt="2026-03-23T18:58:54.297" v="3830" actId="1076"/>
          <ac:spMkLst>
            <pc:docMk/>
            <pc:sldMk cId="769701451" sldId="264"/>
            <ac:spMk id="18" creationId="{42093B37-408D-E816-8E5A-86D4E6A1E777}"/>
          </ac:spMkLst>
        </pc:spChg>
        <pc:spChg chg="add mod">
          <ac:chgData name="Smith, David" userId="846a1c0a-3ddd-4f2e-a4ac-5d295891fe61" providerId="ADAL" clId="{37F3A1EC-38F0-4AE9-BBEC-2321762C1229}" dt="2026-03-23T18:58:54.297" v="3830" actId="1076"/>
          <ac:spMkLst>
            <pc:docMk/>
            <pc:sldMk cId="769701451" sldId="264"/>
            <ac:spMk id="19" creationId="{19711707-5A3A-B7C4-4B49-C70FE9930683}"/>
          </ac:spMkLst>
        </pc:spChg>
        <pc:spChg chg="add mod">
          <ac:chgData name="Smith, David" userId="846a1c0a-3ddd-4f2e-a4ac-5d295891fe61" providerId="ADAL" clId="{37F3A1EC-38F0-4AE9-BBEC-2321762C1229}" dt="2026-03-24T19:53:30.998" v="6105" actId="122"/>
          <ac:spMkLst>
            <pc:docMk/>
            <pc:sldMk cId="769701451" sldId="264"/>
            <ac:spMk id="20" creationId="{5EAA80F0-CD7C-14C1-CE67-34BF14FD828C}"/>
          </ac:spMkLst>
        </pc:spChg>
        <pc:spChg chg="add mod">
          <ac:chgData name="Smith, David" userId="846a1c0a-3ddd-4f2e-a4ac-5d295891fe61" providerId="ADAL" clId="{37F3A1EC-38F0-4AE9-BBEC-2321762C1229}" dt="2026-03-23T18:58:54.297" v="3830" actId="1076"/>
          <ac:spMkLst>
            <pc:docMk/>
            <pc:sldMk cId="769701451" sldId="264"/>
            <ac:spMk id="21" creationId="{95B23A5F-1A6A-BEEB-855F-2DA89BDAD62B}"/>
          </ac:spMkLst>
        </pc:spChg>
        <pc:spChg chg="add mod">
          <ac:chgData name="Smith, David" userId="846a1c0a-3ddd-4f2e-a4ac-5d295891fe61" providerId="ADAL" clId="{37F3A1EC-38F0-4AE9-BBEC-2321762C1229}" dt="2026-03-23T18:58:54.297" v="3830" actId="1076"/>
          <ac:spMkLst>
            <pc:docMk/>
            <pc:sldMk cId="769701451" sldId="264"/>
            <ac:spMk id="22" creationId="{3085188D-0413-CFE3-0601-ACE797C52830}"/>
          </ac:spMkLst>
        </pc:spChg>
        <pc:spChg chg="add mod">
          <ac:chgData name="Smith, David" userId="846a1c0a-3ddd-4f2e-a4ac-5d295891fe61" providerId="ADAL" clId="{37F3A1EC-38F0-4AE9-BBEC-2321762C1229}" dt="2026-03-23T18:58:54.297" v="3830" actId="1076"/>
          <ac:spMkLst>
            <pc:docMk/>
            <pc:sldMk cId="769701451" sldId="264"/>
            <ac:spMk id="23" creationId="{60DA7ADD-89E5-0579-BCB1-0FF052A67452}"/>
          </ac:spMkLst>
        </pc:spChg>
        <pc:spChg chg="add mod">
          <ac:chgData name="Smith, David" userId="846a1c0a-3ddd-4f2e-a4ac-5d295891fe61" providerId="ADAL" clId="{37F3A1EC-38F0-4AE9-BBEC-2321762C1229}" dt="2026-03-23T18:58:54.297" v="3830" actId="1076"/>
          <ac:spMkLst>
            <pc:docMk/>
            <pc:sldMk cId="769701451" sldId="264"/>
            <ac:spMk id="24" creationId="{9E9D3D88-8655-618C-1A1B-08E88FE32C80}"/>
          </ac:spMkLst>
        </pc:spChg>
        <pc:spChg chg="add mod">
          <ac:chgData name="Smith, David" userId="846a1c0a-3ddd-4f2e-a4ac-5d295891fe61" providerId="ADAL" clId="{37F3A1EC-38F0-4AE9-BBEC-2321762C1229}" dt="2026-03-23T18:58:54.297" v="3830" actId="1076"/>
          <ac:spMkLst>
            <pc:docMk/>
            <pc:sldMk cId="769701451" sldId="264"/>
            <ac:spMk id="25" creationId="{4E66F5CB-4FAE-FFFB-F432-0A248D81D3C5}"/>
          </ac:spMkLst>
        </pc:spChg>
        <pc:spChg chg="add mod">
          <ac:chgData name="Smith, David" userId="846a1c0a-3ddd-4f2e-a4ac-5d295891fe61" providerId="ADAL" clId="{37F3A1EC-38F0-4AE9-BBEC-2321762C1229}" dt="2026-03-23T18:58:57.889" v="3831" actId="1076"/>
          <ac:spMkLst>
            <pc:docMk/>
            <pc:sldMk cId="769701451" sldId="264"/>
            <ac:spMk id="26" creationId="{302717B0-8550-C2F8-3B72-3439AC4840CC}"/>
          </ac:spMkLst>
        </pc:spChg>
        <pc:spChg chg="add mod">
          <ac:chgData name="Smith, David" userId="846a1c0a-3ddd-4f2e-a4ac-5d295891fe61" providerId="ADAL" clId="{37F3A1EC-38F0-4AE9-BBEC-2321762C1229}" dt="2026-03-23T18:58:57.889" v="3831" actId="1076"/>
          <ac:spMkLst>
            <pc:docMk/>
            <pc:sldMk cId="769701451" sldId="264"/>
            <ac:spMk id="27" creationId="{158BBBE5-4436-A8DE-BDD0-14C2D656123B}"/>
          </ac:spMkLst>
        </pc:spChg>
        <pc:spChg chg="add mod">
          <ac:chgData name="Smith, David" userId="846a1c0a-3ddd-4f2e-a4ac-5d295891fe61" providerId="ADAL" clId="{37F3A1EC-38F0-4AE9-BBEC-2321762C1229}" dt="2026-03-23T18:58:57.889" v="3831" actId="1076"/>
          <ac:spMkLst>
            <pc:docMk/>
            <pc:sldMk cId="769701451" sldId="264"/>
            <ac:spMk id="28" creationId="{5E51495B-BDD4-9B22-325F-B02973D8AE6F}"/>
          </ac:spMkLst>
        </pc:spChg>
        <pc:spChg chg="add mod">
          <ac:chgData name="Smith, David" userId="846a1c0a-3ddd-4f2e-a4ac-5d295891fe61" providerId="ADAL" clId="{37F3A1EC-38F0-4AE9-BBEC-2321762C1229}" dt="2026-03-23T18:58:57.889" v="3831" actId="1076"/>
          <ac:spMkLst>
            <pc:docMk/>
            <pc:sldMk cId="769701451" sldId="264"/>
            <ac:spMk id="29" creationId="{C36C4681-3637-815A-53B1-7ED5FEF90A89}"/>
          </ac:spMkLst>
        </pc:spChg>
        <pc:spChg chg="add mod">
          <ac:chgData name="Smith, David" userId="846a1c0a-3ddd-4f2e-a4ac-5d295891fe61" providerId="ADAL" clId="{37F3A1EC-38F0-4AE9-BBEC-2321762C1229}" dt="2026-03-23T18:58:57.889" v="3831" actId="1076"/>
          <ac:spMkLst>
            <pc:docMk/>
            <pc:sldMk cId="769701451" sldId="264"/>
            <ac:spMk id="30" creationId="{8180BB55-7537-7543-8F56-4663E753CFB1}"/>
          </ac:spMkLst>
        </pc:spChg>
        <pc:spChg chg="add mod">
          <ac:chgData name="Smith, David" userId="846a1c0a-3ddd-4f2e-a4ac-5d295891fe61" providerId="ADAL" clId="{37F3A1EC-38F0-4AE9-BBEC-2321762C1229}" dt="2026-03-23T18:58:57.889" v="3831" actId="1076"/>
          <ac:spMkLst>
            <pc:docMk/>
            <pc:sldMk cId="769701451" sldId="264"/>
            <ac:spMk id="31" creationId="{EE802025-E1B2-4645-4615-9803B4C2E8F6}"/>
          </ac:spMkLst>
        </pc:spChg>
        <pc:spChg chg="add mod">
          <ac:chgData name="Smith, David" userId="846a1c0a-3ddd-4f2e-a4ac-5d295891fe61" providerId="ADAL" clId="{37F3A1EC-38F0-4AE9-BBEC-2321762C1229}" dt="2026-03-24T19:53:39.907" v="6109" actId="20577"/>
          <ac:spMkLst>
            <pc:docMk/>
            <pc:sldMk cId="769701451" sldId="264"/>
            <ac:spMk id="32" creationId="{A5740D1D-4B6C-7F7B-9518-494CCFFA8E76}"/>
          </ac:spMkLst>
        </pc:spChg>
        <pc:spChg chg="add mod">
          <ac:chgData name="Smith, David" userId="846a1c0a-3ddd-4f2e-a4ac-5d295891fe61" providerId="ADAL" clId="{37F3A1EC-38F0-4AE9-BBEC-2321762C1229}" dt="2026-03-24T19:53:44.104" v="6111" actId="20577"/>
          <ac:spMkLst>
            <pc:docMk/>
            <pc:sldMk cId="769701451" sldId="264"/>
            <ac:spMk id="35" creationId="{C7026E50-ACFC-3C2D-B886-64F8B6086ED4}"/>
          </ac:spMkLst>
        </pc:spChg>
        <pc:spChg chg="add mod">
          <ac:chgData name="Smith, David" userId="846a1c0a-3ddd-4f2e-a4ac-5d295891fe61" providerId="ADAL" clId="{37F3A1EC-38F0-4AE9-BBEC-2321762C1229}" dt="2026-03-23T19:22:31.663" v="4115"/>
          <ac:spMkLst>
            <pc:docMk/>
            <pc:sldMk cId="769701451" sldId="264"/>
            <ac:spMk id="111" creationId="{993AB136-FA3A-2A47-ADE0-4DE9CFF5A729}"/>
          </ac:spMkLst>
        </pc:spChg>
        <pc:cxnChg chg="add mod">
          <ac:chgData name="Smith, David" userId="846a1c0a-3ddd-4f2e-a4ac-5d295891fe61" providerId="ADAL" clId="{37F3A1EC-38F0-4AE9-BBEC-2321762C1229}" dt="2026-03-23T19:17:47.274" v="3993" actId="14100"/>
          <ac:cxnSpMkLst>
            <pc:docMk/>
            <pc:sldMk cId="769701451" sldId="264"/>
            <ac:cxnSpMk id="33" creationId="{3AF23537-A42F-3EC4-BA17-18D778738407}"/>
          </ac:cxnSpMkLst>
        </pc:cxnChg>
        <pc:cxnChg chg="add mod">
          <ac:chgData name="Smith, David" userId="846a1c0a-3ddd-4f2e-a4ac-5d295891fe61" providerId="ADAL" clId="{37F3A1EC-38F0-4AE9-BBEC-2321762C1229}" dt="2026-03-23T19:17:47.274" v="3993" actId="14100"/>
          <ac:cxnSpMkLst>
            <pc:docMk/>
            <pc:sldMk cId="769701451" sldId="264"/>
            <ac:cxnSpMk id="34" creationId="{F179FF52-05CA-332D-8DA7-F29CCE46CDB7}"/>
          </ac:cxnSpMkLst>
        </pc:cxnChg>
        <pc:cxnChg chg="add mod">
          <ac:chgData name="Smith, David" userId="846a1c0a-3ddd-4f2e-a4ac-5d295891fe61" providerId="ADAL" clId="{37F3A1EC-38F0-4AE9-BBEC-2321762C1229}" dt="2026-03-23T19:17:47.274" v="3993" actId="14100"/>
          <ac:cxnSpMkLst>
            <pc:docMk/>
            <pc:sldMk cId="769701451" sldId="264"/>
            <ac:cxnSpMk id="37" creationId="{B77BEABD-594A-34B3-8397-E51F687CA4F5}"/>
          </ac:cxnSpMkLst>
        </pc:cxnChg>
        <pc:cxnChg chg="add mod">
          <ac:chgData name="Smith, David" userId="846a1c0a-3ddd-4f2e-a4ac-5d295891fe61" providerId="ADAL" clId="{37F3A1EC-38F0-4AE9-BBEC-2321762C1229}" dt="2026-03-23T19:00:50.665" v="3858" actId="14100"/>
          <ac:cxnSpMkLst>
            <pc:docMk/>
            <pc:sldMk cId="769701451" sldId="264"/>
            <ac:cxnSpMk id="38" creationId="{35270A2A-A775-E633-8935-D7BD53089447}"/>
          </ac:cxnSpMkLst>
        </pc:cxnChg>
        <pc:cxnChg chg="add mod">
          <ac:chgData name="Smith, David" userId="846a1c0a-3ddd-4f2e-a4ac-5d295891fe61" providerId="ADAL" clId="{37F3A1EC-38F0-4AE9-BBEC-2321762C1229}" dt="2026-03-23T19:00:58.625" v="3860" actId="14100"/>
          <ac:cxnSpMkLst>
            <pc:docMk/>
            <pc:sldMk cId="769701451" sldId="264"/>
            <ac:cxnSpMk id="39" creationId="{C3087C6E-69E0-E789-90F5-49AC53E1A05D}"/>
          </ac:cxnSpMkLst>
        </pc:cxnChg>
        <pc:cxnChg chg="add mod">
          <ac:chgData name="Smith, David" userId="846a1c0a-3ddd-4f2e-a4ac-5d295891fe61" providerId="ADAL" clId="{37F3A1EC-38F0-4AE9-BBEC-2321762C1229}" dt="2026-03-23T19:01:03.926" v="3862" actId="14100"/>
          <ac:cxnSpMkLst>
            <pc:docMk/>
            <pc:sldMk cId="769701451" sldId="264"/>
            <ac:cxnSpMk id="40" creationId="{41258969-8565-BF15-197D-F89F970E17E3}"/>
          </ac:cxnSpMkLst>
        </pc:cxnChg>
        <pc:cxnChg chg="add mod">
          <ac:chgData name="Smith, David" userId="846a1c0a-3ddd-4f2e-a4ac-5d295891fe61" providerId="ADAL" clId="{37F3A1EC-38F0-4AE9-BBEC-2321762C1229}" dt="2026-03-23T19:17:50.025" v="3994" actId="14100"/>
          <ac:cxnSpMkLst>
            <pc:docMk/>
            <pc:sldMk cId="769701451" sldId="264"/>
            <ac:cxnSpMk id="41" creationId="{D298209F-CEC5-546F-0FC9-D2F08F302EFD}"/>
          </ac:cxnSpMkLst>
        </pc:cxnChg>
        <pc:cxnChg chg="add mod">
          <ac:chgData name="Smith, David" userId="846a1c0a-3ddd-4f2e-a4ac-5d295891fe61" providerId="ADAL" clId="{37F3A1EC-38F0-4AE9-BBEC-2321762C1229}" dt="2026-03-23T19:17:50.025" v="3994" actId="14100"/>
          <ac:cxnSpMkLst>
            <pc:docMk/>
            <pc:sldMk cId="769701451" sldId="264"/>
            <ac:cxnSpMk id="42" creationId="{59D1C436-4CAC-EFB2-AD03-66A9B2C05957}"/>
          </ac:cxnSpMkLst>
        </pc:cxnChg>
        <pc:cxnChg chg="add mod">
          <ac:chgData name="Smith, David" userId="846a1c0a-3ddd-4f2e-a4ac-5d295891fe61" providerId="ADAL" clId="{37F3A1EC-38F0-4AE9-BBEC-2321762C1229}" dt="2026-03-23T19:17:50.025" v="3994" actId="14100"/>
          <ac:cxnSpMkLst>
            <pc:docMk/>
            <pc:sldMk cId="769701451" sldId="264"/>
            <ac:cxnSpMk id="43" creationId="{03BDC102-751A-A3F0-320A-67B99AEB60A2}"/>
          </ac:cxnSpMkLst>
        </pc:cxnChg>
        <pc:cxnChg chg="add mod">
          <ac:chgData name="Smith, David" userId="846a1c0a-3ddd-4f2e-a4ac-5d295891fe61" providerId="ADAL" clId="{37F3A1EC-38F0-4AE9-BBEC-2321762C1229}" dt="2026-03-23T19:17:52.762" v="3995" actId="14100"/>
          <ac:cxnSpMkLst>
            <pc:docMk/>
            <pc:sldMk cId="769701451" sldId="264"/>
            <ac:cxnSpMk id="44" creationId="{304E659B-23D1-F9C9-9561-5395897E77FF}"/>
          </ac:cxnSpMkLst>
        </pc:cxnChg>
        <pc:cxnChg chg="add mod">
          <ac:chgData name="Smith, David" userId="846a1c0a-3ddd-4f2e-a4ac-5d295891fe61" providerId="ADAL" clId="{37F3A1EC-38F0-4AE9-BBEC-2321762C1229}" dt="2026-03-23T19:17:52.762" v="3995" actId="14100"/>
          <ac:cxnSpMkLst>
            <pc:docMk/>
            <pc:sldMk cId="769701451" sldId="264"/>
            <ac:cxnSpMk id="45" creationId="{B8FB0B81-E21A-7CEF-0E14-13C5D15FAA76}"/>
          </ac:cxnSpMkLst>
        </pc:cxnChg>
        <pc:cxnChg chg="add mod">
          <ac:chgData name="Smith, David" userId="846a1c0a-3ddd-4f2e-a4ac-5d295891fe61" providerId="ADAL" clId="{37F3A1EC-38F0-4AE9-BBEC-2321762C1229}" dt="2026-03-23T19:01:14.495" v="3870" actId="14100"/>
          <ac:cxnSpMkLst>
            <pc:docMk/>
            <pc:sldMk cId="769701451" sldId="264"/>
            <ac:cxnSpMk id="64" creationId="{204AE4CD-1815-97E8-B83B-EE6A2977F300}"/>
          </ac:cxnSpMkLst>
        </pc:cxnChg>
        <pc:cxnChg chg="add mod">
          <ac:chgData name="Smith, David" userId="846a1c0a-3ddd-4f2e-a4ac-5d295891fe61" providerId="ADAL" clId="{37F3A1EC-38F0-4AE9-BBEC-2321762C1229}" dt="2026-03-23T19:01:25.069" v="3872" actId="14100"/>
          <ac:cxnSpMkLst>
            <pc:docMk/>
            <pc:sldMk cId="769701451" sldId="264"/>
            <ac:cxnSpMk id="65" creationId="{55A460DC-9849-5E5A-25F1-CDE43FF2604E}"/>
          </ac:cxnSpMkLst>
        </pc:cxnChg>
        <pc:cxnChg chg="add mod">
          <ac:chgData name="Smith, David" userId="846a1c0a-3ddd-4f2e-a4ac-5d295891fe61" providerId="ADAL" clId="{37F3A1EC-38F0-4AE9-BBEC-2321762C1229}" dt="2026-03-23T19:01:33.635" v="3874" actId="14100"/>
          <ac:cxnSpMkLst>
            <pc:docMk/>
            <pc:sldMk cId="769701451" sldId="264"/>
            <ac:cxnSpMk id="66" creationId="{75997BB9-251A-69D9-704F-9C5B8A01BCF5}"/>
          </ac:cxnSpMkLst>
        </pc:cxnChg>
        <pc:cxnChg chg="add mod">
          <ac:chgData name="Smith, David" userId="846a1c0a-3ddd-4f2e-a4ac-5d295891fe61" providerId="ADAL" clId="{37F3A1EC-38F0-4AE9-BBEC-2321762C1229}" dt="2026-03-23T19:01:46.761" v="3876" actId="14100"/>
          <ac:cxnSpMkLst>
            <pc:docMk/>
            <pc:sldMk cId="769701451" sldId="264"/>
            <ac:cxnSpMk id="67" creationId="{59870346-847C-18EA-5254-E6C4E84C84D1}"/>
          </ac:cxnSpMkLst>
        </pc:cxnChg>
        <pc:cxnChg chg="add mod">
          <ac:chgData name="Smith, David" userId="846a1c0a-3ddd-4f2e-a4ac-5d295891fe61" providerId="ADAL" clId="{37F3A1EC-38F0-4AE9-BBEC-2321762C1229}" dt="2026-03-23T19:02:07.838" v="3878" actId="14100"/>
          <ac:cxnSpMkLst>
            <pc:docMk/>
            <pc:sldMk cId="769701451" sldId="264"/>
            <ac:cxnSpMk id="68" creationId="{4637C0C5-BF10-438E-89D0-4C25A26A96FC}"/>
          </ac:cxnSpMkLst>
        </pc:cxnChg>
        <pc:cxnChg chg="add mod">
          <ac:chgData name="Smith, David" userId="846a1c0a-3ddd-4f2e-a4ac-5d295891fe61" providerId="ADAL" clId="{37F3A1EC-38F0-4AE9-BBEC-2321762C1229}" dt="2026-03-23T19:02:13.132" v="3880" actId="14100"/>
          <ac:cxnSpMkLst>
            <pc:docMk/>
            <pc:sldMk cId="769701451" sldId="264"/>
            <ac:cxnSpMk id="69" creationId="{1607CF06-B8B7-F747-D879-C1ED7CB5AD84}"/>
          </ac:cxnSpMkLst>
        </pc:cxnChg>
        <pc:cxnChg chg="add mod">
          <ac:chgData name="Smith, David" userId="846a1c0a-3ddd-4f2e-a4ac-5d295891fe61" providerId="ADAL" clId="{37F3A1EC-38F0-4AE9-BBEC-2321762C1229}" dt="2026-03-23T19:02:33.945" v="3887" actId="14100"/>
          <ac:cxnSpMkLst>
            <pc:docMk/>
            <pc:sldMk cId="769701451" sldId="264"/>
            <ac:cxnSpMk id="82" creationId="{F2A0A439-D846-01B8-4148-8CEAF96C99DD}"/>
          </ac:cxnSpMkLst>
        </pc:cxnChg>
        <pc:cxnChg chg="add mod">
          <ac:chgData name="Smith, David" userId="846a1c0a-3ddd-4f2e-a4ac-5d295891fe61" providerId="ADAL" clId="{37F3A1EC-38F0-4AE9-BBEC-2321762C1229}" dt="2026-03-23T19:02:39.457" v="3889" actId="14100"/>
          <ac:cxnSpMkLst>
            <pc:docMk/>
            <pc:sldMk cId="769701451" sldId="264"/>
            <ac:cxnSpMk id="83" creationId="{B25BA078-693E-A174-72EE-3176A7275738}"/>
          </ac:cxnSpMkLst>
        </pc:cxnChg>
        <pc:cxnChg chg="add mod">
          <ac:chgData name="Smith, David" userId="846a1c0a-3ddd-4f2e-a4ac-5d295891fe61" providerId="ADAL" clId="{37F3A1EC-38F0-4AE9-BBEC-2321762C1229}" dt="2026-03-23T19:02:45.157" v="3891" actId="14100"/>
          <ac:cxnSpMkLst>
            <pc:docMk/>
            <pc:sldMk cId="769701451" sldId="264"/>
            <ac:cxnSpMk id="84" creationId="{EE3C8F31-971F-5554-F212-3C73F51DD302}"/>
          </ac:cxnSpMkLst>
        </pc:cxnChg>
        <pc:cxnChg chg="add mod">
          <ac:chgData name="Smith, David" userId="846a1c0a-3ddd-4f2e-a4ac-5d295891fe61" providerId="ADAL" clId="{37F3A1EC-38F0-4AE9-BBEC-2321762C1229}" dt="2026-03-23T19:02:50.886" v="3893" actId="14100"/>
          <ac:cxnSpMkLst>
            <pc:docMk/>
            <pc:sldMk cId="769701451" sldId="264"/>
            <ac:cxnSpMk id="85" creationId="{4C2C0E57-1AD6-5A7E-6745-BE784EE53CE8}"/>
          </ac:cxnSpMkLst>
        </pc:cxnChg>
        <pc:cxnChg chg="add mod">
          <ac:chgData name="Smith, David" userId="846a1c0a-3ddd-4f2e-a4ac-5d295891fe61" providerId="ADAL" clId="{37F3A1EC-38F0-4AE9-BBEC-2321762C1229}" dt="2026-03-23T19:02:55.838" v="3895" actId="14100"/>
          <ac:cxnSpMkLst>
            <pc:docMk/>
            <pc:sldMk cId="769701451" sldId="264"/>
            <ac:cxnSpMk id="86" creationId="{0576FB82-A2BD-DB06-E2FF-C492CF0CD69D}"/>
          </ac:cxnSpMkLst>
        </pc:cxnChg>
        <pc:cxnChg chg="add mod">
          <ac:chgData name="Smith, David" userId="846a1c0a-3ddd-4f2e-a4ac-5d295891fe61" providerId="ADAL" clId="{37F3A1EC-38F0-4AE9-BBEC-2321762C1229}" dt="2026-03-23T19:03:22.732" v="3901" actId="14100"/>
          <ac:cxnSpMkLst>
            <pc:docMk/>
            <pc:sldMk cId="769701451" sldId="264"/>
            <ac:cxnSpMk id="97" creationId="{84307A6A-A7A6-EC2D-23E1-E54A01B05BF5}"/>
          </ac:cxnSpMkLst>
        </pc:cxnChg>
        <pc:cxnChg chg="add mod">
          <ac:chgData name="Smith, David" userId="846a1c0a-3ddd-4f2e-a4ac-5d295891fe61" providerId="ADAL" clId="{37F3A1EC-38F0-4AE9-BBEC-2321762C1229}" dt="2026-03-23T19:03:19.487" v="3899" actId="14100"/>
          <ac:cxnSpMkLst>
            <pc:docMk/>
            <pc:sldMk cId="769701451" sldId="264"/>
            <ac:cxnSpMk id="98" creationId="{0682C351-E862-D467-7E93-CC9784EC24EE}"/>
          </ac:cxnSpMkLst>
        </pc:cxnChg>
      </pc:sldChg>
      <pc:sldChg chg="modSp mod ord">
        <pc:chgData name="Smith, David" userId="846a1c0a-3ddd-4f2e-a4ac-5d295891fe61" providerId="ADAL" clId="{37F3A1EC-38F0-4AE9-BBEC-2321762C1229}" dt="2026-03-24T20:18:24.969" v="6681" actId="14100"/>
        <pc:sldMkLst>
          <pc:docMk/>
          <pc:sldMk cId="1137982069" sldId="265"/>
        </pc:sldMkLst>
        <pc:spChg chg="mod">
          <ac:chgData name="Smith, David" userId="846a1c0a-3ddd-4f2e-a4ac-5d295891fe61" providerId="ADAL" clId="{37F3A1EC-38F0-4AE9-BBEC-2321762C1229}" dt="2026-03-23T19:31:14.676" v="4237" actId="20577"/>
          <ac:spMkLst>
            <pc:docMk/>
            <pc:sldMk cId="1137982069" sldId="265"/>
            <ac:spMk id="2" creationId="{47B7A5CA-A5D6-F2C0-D9C2-0EA7D662AFD1}"/>
          </ac:spMkLst>
        </pc:spChg>
        <pc:spChg chg="mod">
          <ac:chgData name="Smith, David" userId="846a1c0a-3ddd-4f2e-a4ac-5d295891fe61" providerId="ADAL" clId="{37F3A1EC-38F0-4AE9-BBEC-2321762C1229}" dt="2026-03-24T20:18:24.969" v="6681" actId="14100"/>
          <ac:spMkLst>
            <pc:docMk/>
            <pc:sldMk cId="1137982069" sldId="265"/>
            <ac:spMk id="3" creationId="{6C8117C2-B289-68F6-FB48-2324A77C8BC4}"/>
          </ac:spMkLst>
        </pc:spChg>
      </pc:sldChg>
      <pc:sldChg chg="modSp del mod">
        <pc:chgData name="Smith, David" userId="846a1c0a-3ddd-4f2e-a4ac-5d295891fe61" providerId="ADAL" clId="{37F3A1EC-38F0-4AE9-BBEC-2321762C1229}" dt="2026-03-23T19:31:22.450" v="4238" actId="2696"/>
        <pc:sldMkLst>
          <pc:docMk/>
          <pc:sldMk cId="239513318" sldId="266"/>
        </pc:sldMkLst>
      </pc:sldChg>
      <pc:sldChg chg="addSp modSp mod">
        <pc:chgData name="Smith, David" userId="846a1c0a-3ddd-4f2e-a4ac-5d295891fe61" providerId="ADAL" clId="{37F3A1EC-38F0-4AE9-BBEC-2321762C1229}" dt="2026-03-24T18:53:51.542" v="4804" actId="20577"/>
        <pc:sldMkLst>
          <pc:docMk/>
          <pc:sldMk cId="1197410000" sldId="269"/>
        </pc:sldMkLst>
        <pc:spChg chg="mod">
          <ac:chgData name="Smith, David" userId="846a1c0a-3ddd-4f2e-a4ac-5d295891fe61" providerId="ADAL" clId="{37F3A1EC-38F0-4AE9-BBEC-2321762C1229}" dt="2026-03-23T17:20:32.077" v="3122" actId="20577"/>
          <ac:spMkLst>
            <pc:docMk/>
            <pc:sldMk cId="1197410000" sldId="269"/>
            <ac:spMk id="2" creationId="{16144F08-DA36-FB64-9798-A6D945F4281D}"/>
          </ac:spMkLst>
        </pc:spChg>
        <pc:spChg chg="mod">
          <ac:chgData name="Smith, David" userId="846a1c0a-3ddd-4f2e-a4ac-5d295891fe61" providerId="ADAL" clId="{37F3A1EC-38F0-4AE9-BBEC-2321762C1229}" dt="2026-03-24T18:53:51.542" v="4804" actId="20577"/>
          <ac:spMkLst>
            <pc:docMk/>
            <pc:sldMk cId="1197410000" sldId="269"/>
            <ac:spMk id="3" creationId="{851B3971-C06A-7303-25AE-57A0BD89422B}"/>
          </ac:spMkLst>
        </pc:spChg>
        <pc:spChg chg="add mod">
          <ac:chgData name="Smith, David" userId="846a1c0a-3ddd-4f2e-a4ac-5d295891fe61" providerId="ADAL" clId="{37F3A1EC-38F0-4AE9-BBEC-2321762C1229}" dt="2026-03-23T17:27:58.071" v="3225"/>
          <ac:spMkLst>
            <pc:docMk/>
            <pc:sldMk cId="1197410000" sldId="269"/>
            <ac:spMk id="4" creationId="{6D4829F2-5443-560A-B447-FC0DC7BF82B4}"/>
          </ac:spMkLst>
        </pc:spChg>
      </pc:sldChg>
      <pc:sldChg chg="delSp modSp new mod">
        <pc:chgData name="Smith, David" userId="846a1c0a-3ddd-4f2e-a4ac-5d295891fe61" providerId="ADAL" clId="{37F3A1EC-38F0-4AE9-BBEC-2321762C1229}" dt="2026-03-23T16:10:32.489" v="59" actId="1076"/>
        <pc:sldMkLst>
          <pc:docMk/>
          <pc:sldMk cId="1208799572" sldId="270"/>
        </pc:sldMkLst>
        <pc:spChg chg="mod">
          <ac:chgData name="Smith, David" userId="846a1c0a-3ddd-4f2e-a4ac-5d295891fe61" providerId="ADAL" clId="{37F3A1EC-38F0-4AE9-BBEC-2321762C1229}" dt="2026-03-23T16:10:32.489" v="59" actId="1076"/>
          <ac:spMkLst>
            <pc:docMk/>
            <pc:sldMk cId="1208799572" sldId="270"/>
            <ac:spMk id="2" creationId="{F86F2E19-E0A0-6D27-8668-FD233F8801C3}"/>
          </ac:spMkLst>
        </pc:spChg>
      </pc:sldChg>
      <pc:sldChg chg="addSp modSp new mod">
        <pc:chgData name="Smith, David" userId="846a1c0a-3ddd-4f2e-a4ac-5d295891fe61" providerId="ADAL" clId="{37F3A1EC-38F0-4AE9-BBEC-2321762C1229}" dt="2026-03-23T19:48:08.540" v="4802" actId="20577"/>
        <pc:sldMkLst>
          <pc:docMk/>
          <pc:sldMk cId="3673346006" sldId="271"/>
        </pc:sldMkLst>
        <pc:spChg chg="mod">
          <ac:chgData name="Smith, David" userId="846a1c0a-3ddd-4f2e-a4ac-5d295891fe61" providerId="ADAL" clId="{37F3A1EC-38F0-4AE9-BBEC-2321762C1229}" dt="2026-03-23T16:24:12.994" v="622" actId="20577"/>
          <ac:spMkLst>
            <pc:docMk/>
            <pc:sldMk cId="3673346006" sldId="271"/>
            <ac:spMk id="2" creationId="{4813595A-E6CF-16DA-ADC9-C509C32416D1}"/>
          </ac:spMkLst>
        </pc:spChg>
        <pc:spChg chg="mod">
          <ac:chgData name="Smith, David" userId="846a1c0a-3ddd-4f2e-a4ac-5d295891fe61" providerId="ADAL" clId="{37F3A1EC-38F0-4AE9-BBEC-2321762C1229}" dt="2026-03-23T19:48:08.540" v="4802" actId="20577"/>
          <ac:spMkLst>
            <pc:docMk/>
            <pc:sldMk cId="3673346006" sldId="271"/>
            <ac:spMk id="3" creationId="{43CDE43D-83DE-8EE8-5F62-F310B3090997}"/>
          </ac:spMkLst>
        </pc:spChg>
        <pc:spChg chg="add mod">
          <ac:chgData name="Smith, David" userId="846a1c0a-3ddd-4f2e-a4ac-5d295891fe61" providerId="ADAL" clId="{37F3A1EC-38F0-4AE9-BBEC-2321762C1229}" dt="2026-03-23T16:57:24.774" v="2243" actId="20577"/>
          <ac:spMkLst>
            <pc:docMk/>
            <pc:sldMk cId="3673346006" sldId="271"/>
            <ac:spMk id="4" creationId="{C3685B00-5636-7405-62F3-2780240EAFC3}"/>
          </ac:spMkLst>
        </pc:spChg>
      </pc:sldChg>
      <pc:sldChg chg="modSp add mod ord">
        <pc:chgData name="Smith, David" userId="846a1c0a-3ddd-4f2e-a4ac-5d295891fe61" providerId="ADAL" clId="{37F3A1EC-38F0-4AE9-BBEC-2321762C1229}" dt="2026-03-23T16:55:31.201" v="2226" actId="20577"/>
        <pc:sldMkLst>
          <pc:docMk/>
          <pc:sldMk cId="2419223800" sldId="272"/>
        </pc:sldMkLst>
        <pc:spChg chg="mod">
          <ac:chgData name="Smith, David" userId="846a1c0a-3ddd-4f2e-a4ac-5d295891fe61" providerId="ADAL" clId="{37F3A1EC-38F0-4AE9-BBEC-2321762C1229}" dt="2026-03-23T16:25:43.785" v="671" actId="20577"/>
          <ac:spMkLst>
            <pc:docMk/>
            <pc:sldMk cId="2419223800" sldId="272"/>
            <ac:spMk id="2" creationId="{30E294CD-4DF6-344A-E5BE-A662C1FCF43A}"/>
          </ac:spMkLst>
        </pc:spChg>
        <pc:spChg chg="mod">
          <ac:chgData name="Smith, David" userId="846a1c0a-3ddd-4f2e-a4ac-5d295891fe61" providerId="ADAL" clId="{37F3A1EC-38F0-4AE9-BBEC-2321762C1229}" dt="2026-03-23T16:55:31.201" v="2226" actId="20577"/>
          <ac:spMkLst>
            <pc:docMk/>
            <pc:sldMk cId="2419223800" sldId="272"/>
            <ac:spMk id="3" creationId="{76479B55-E01E-5062-B536-B79796CEC4B6}"/>
          </ac:spMkLst>
        </pc:spChg>
      </pc:sldChg>
      <pc:sldChg chg="add del">
        <pc:chgData name="Smith, David" userId="846a1c0a-3ddd-4f2e-a4ac-5d295891fe61" providerId="ADAL" clId="{37F3A1EC-38F0-4AE9-BBEC-2321762C1229}" dt="2026-03-23T16:22:52.277" v="591" actId="47"/>
        <pc:sldMkLst>
          <pc:docMk/>
          <pc:sldMk cId="2984001610" sldId="272"/>
        </pc:sldMkLst>
      </pc:sldChg>
      <pc:sldChg chg="addSp modSp new mod">
        <pc:chgData name="Smith, David" userId="846a1c0a-3ddd-4f2e-a4ac-5d295891fe61" providerId="ADAL" clId="{37F3A1EC-38F0-4AE9-BBEC-2321762C1229}" dt="2026-03-23T16:57:27.918" v="2244"/>
        <pc:sldMkLst>
          <pc:docMk/>
          <pc:sldMk cId="3713669657" sldId="273"/>
        </pc:sldMkLst>
        <pc:spChg chg="mod">
          <ac:chgData name="Smith, David" userId="846a1c0a-3ddd-4f2e-a4ac-5d295891fe61" providerId="ADAL" clId="{37F3A1EC-38F0-4AE9-BBEC-2321762C1229}" dt="2026-03-23T16:45:02.048" v="1448" actId="20577"/>
          <ac:spMkLst>
            <pc:docMk/>
            <pc:sldMk cId="3713669657" sldId="273"/>
            <ac:spMk id="2" creationId="{2F1066A8-373D-7FB9-3B05-9F919E962E2E}"/>
          </ac:spMkLst>
        </pc:spChg>
        <pc:spChg chg="mod">
          <ac:chgData name="Smith, David" userId="846a1c0a-3ddd-4f2e-a4ac-5d295891fe61" providerId="ADAL" clId="{37F3A1EC-38F0-4AE9-BBEC-2321762C1229}" dt="2026-03-23T16:57:09.047" v="2241" actId="20577"/>
          <ac:spMkLst>
            <pc:docMk/>
            <pc:sldMk cId="3713669657" sldId="273"/>
            <ac:spMk id="3" creationId="{46FAE47A-292B-FF3C-101A-84DF9CBB3179}"/>
          </ac:spMkLst>
        </pc:spChg>
        <pc:spChg chg="add mod">
          <ac:chgData name="Smith, David" userId="846a1c0a-3ddd-4f2e-a4ac-5d295891fe61" providerId="ADAL" clId="{37F3A1EC-38F0-4AE9-BBEC-2321762C1229}" dt="2026-03-23T16:57:27.918" v="2244"/>
          <ac:spMkLst>
            <pc:docMk/>
            <pc:sldMk cId="3713669657" sldId="273"/>
            <ac:spMk id="4" creationId="{F216A154-C90F-3714-C17D-E8C21C5D810B}"/>
          </ac:spMkLst>
        </pc:spChg>
      </pc:sldChg>
      <pc:sldChg chg="addSp modSp new mod">
        <pc:chgData name="Smith, David" userId="846a1c0a-3ddd-4f2e-a4ac-5d295891fe61" providerId="ADAL" clId="{37F3A1EC-38F0-4AE9-BBEC-2321762C1229}" dt="2026-03-23T17:13:49.231" v="2848" actId="20577"/>
        <pc:sldMkLst>
          <pc:docMk/>
          <pc:sldMk cId="2723833552" sldId="274"/>
        </pc:sldMkLst>
        <pc:spChg chg="mod">
          <ac:chgData name="Smith, David" userId="846a1c0a-3ddd-4f2e-a4ac-5d295891fe61" providerId="ADAL" clId="{37F3A1EC-38F0-4AE9-BBEC-2321762C1229}" dt="2026-03-23T16:45:14.552" v="1487" actId="20577"/>
          <ac:spMkLst>
            <pc:docMk/>
            <pc:sldMk cId="2723833552" sldId="274"/>
            <ac:spMk id="2" creationId="{0CF3D122-2737-FA04-429E-A2A7CCBCC907}"/>
          </ac:spMkLst>
        </pc:spChg>
        <pc:spChg chg="mod">
          <ac:chgData name="Smith, David" userId="846a1c0a-3ddd-4f2e-a4ac-5d295891fe61" providerId="ADAL" clId="{37F3A1EC-38F0-4AE9-BBEC-2321762C1229}" dt="2026-03-23T17:13:49.231" v="2848" actId="20577"/>
          <ac:spMkLst>
            <pc:docMk/>
            <pc:sldMk cId="2723833552" sldId="274"/>
            <ac:spMk id="3" creationId="{85B87BC7-0DF5-7F0B-610D-1C9707BBCB66}"/>
          </ac:spMkLst>
        </pc:spChg>
        <pc:spChg chg="add mod">
          <ac:chgData name="Smith, David" userId="846a1c0a-3ddd-4f2e-a4ac-5d295891fe61" providerId="ADAL" clId="{37F3A1EC-38F0-4AE9-BBEC-2321762C1229}" dt="2026-03-23T16:57:30.111" v="2245"/>
          <ac:spMkLst>
            <pc:docMk/>
            <pc:sldMk cId="2723833552" sldId="274"/>
            <ac:spMk id="4" creationId="{0D5AB923-A009-BC7C-36C2-F116060D555B}"/>
          </ac:spMkLst>
        </pc:spChg>
      </pc:sldChg>
      <pc:sldChg chg="addSp modSp new mod">
        <pc:chgData name="Smith, David" userId="846a1c0a-3ddd-4f2e-a4ac-5d295891fe61" providerId="ADAL" clId="{37F3A1EC-38F0-4AE9-BBEC-2321762C1229}" dt="2026-03-23T17:04:56.509" v="2284" actId="14100"/>
        <pc:sldMkLst>
          <pc:docMk/>
          <pc:sldMk cId="1697682432" sldId="275"/>
        </pc:sldMkLst>
        <pc:spChg chg="mod">
          <ac:chgData name="Smith, David" userId="846a1c0a-3ddd-4f2e-a4ac-5d295891fe61" providerId="ADAL" clId="{37F3A1EC-38F0-4AE9-BBEC-2321762C1229}" dt="2026-03-23T17:04:44.624" v="2280" actId="1076"/>
          <ac:spMkLst>
            <pc:docMk/>
            <pc:sldMk cId="1697682432" sldId="275"/>
            <ac:spMk id="2" creationId="{8A567B79-6D9B-3DA9-5D01-402BBE1899E1}"/>
          </ac:spMkLst>
        </pc:spChg>
        <pc:spChg chg="mod">
          <ac:chgData name="Smith, David" userId="846a1c0a-3ddd-4f2e-a4ac-5d295891fe61" providerId="ADAL" clId="{37F3A1EC-38F0-4AE9-BBEC-2321762C1229}" dt="2026-03-23T17:04:46.985" v="2281" actId="1076"/>
          <ac:spMkLst>
            <pc:docMk/>
            <pc:sldMk cId="1697682432" sldId="275"/>
            <ac:spMk id="3" creationId="{F6E8E6CC-3796-409A-A23B-6349F01E637E}"/>
          </ac:spMkLst>
        </pc:spChg>
        <pc:spChg chg="add mod">
          <ac:chgData name="Smith, David" userId="846a1c0a-3ddd-4f2e-a4ac-5d295891fe61" providerId="ADAL" clId="{37F3A1EC-38F0-4AE9-BBEC-2321762C1229}" dt="2026-03-23T17:00:31.949" v="2259"/>
          <ac:spMkLst>
            <pc:docMk/>
            <pc:sldMk cId="1697682432" sldId="275"/>
            <ac:spMk id="4" creationId="{7F8FB99D-91F5-FF25-94EB-ED274FD04012}"/>
          </ac:spMkLst>
        </pc:spChg>
        <pc:picChg chg="add mod">
          <ac:chgData name="Smith, David" userId="846a1c0a-3ddd-4f2e-a4ac-5d295891fe61" providerId="ADAL" clId="{37F3A1EC-38F0-4AE9-BBEC-2321762C1229}" dt="2026-03-23T17:04:56.509" v="2284" actId="14100"/>
          <ac:picMkLst>
            <pc:docMk/>
            <pc:sldMk cId="1697682432" sldId="275"/>
            <ac:picMk id="6" creationId="{57CBDBD0-06BB-753C-07C0-0EB348C5D765}"/>
          </ac:picMkLst>
        </pc:picChg>
      </pc:sldChg>
      <pc:sldChg chg="addSp modSp new mod">
        <pc:chgData name="Smith, David" userId="846a1c0a-3ddd-4f2e-a4ac-5d295891fe61" providerId="ADAL" clId="{37F3A1EC-38F0-4AE9-BBEC-2321762C1229}" dt="2026-03-23T17:11:42.254" v="2703" actId="20577"/>
        <pc:sldMkLst>
          <pc:docMk/>
          <pc:sldMk cId="957673742" sldId="276"/>
        </pc:sldMkLst>
        <pc:spChg chg="mod">
          <ac:chgData name="Smith, David" userId="846a1c0a-3ddd-4f2e-a4ac-5d295891fe61" providerId="ADAL" clId="{37F3A1EC-38F0-4AE9-BBEC-2321762C1229}" dt="2026-03-23T17:06:50.146" v="2347" actId="20577"/>
          <ac:spMkLst>
            <pc:docMk/>
            <pc:sldMk cId="957673742" sldId="276"/>
            <ac:spMk id="2" creationId="{8086C4CD-11BE-0D3C-DFF0-5A6B63FF38CB}"/>
          </ac:spMkLst>
        </pc:spChg>
        <pc:spChg chg="mod">
          <ac:chgData name="Smith, David" userId="846a1c0a-3ddd-4f2e-a4ac-5d295891fe61" providerId="ADAL" clId="{37F3A1EC-38F0-4AE9-BBEC-2321762C1229}" dt="2026-03-23T17:11:42.254" v="2703" actId="20577"/>
          <ac:spMkLst>
            <pc:docMk/>
            <pc:sldMk cId="957673742" sldId="276"/>
            <ac:spMk id="3" creationId="{F3FBC185-2D23-B1F7-B04B-3DDB3C5FACD8}"/>
          </ac:spMkLst>
        </pc:spChg>
        <pc:spChg chg="add mod">
          <ac:chgData name="Smith, David" userId="846a1c0a-3ddd-4f2e-a4ac-5d295891fe61" providerId="ADAL" clId="{37F3A1EC-38F0-4AE9-BBEC-2321762C1229}" dt="2026-03-23T17:06:44.755" v="2338"/>
          <ac:spMkLst>
            <pc:docMk/>
            <pc:sldMk cId="957673742" sldId="276"/>
            <ac:spMk id="4" creationId="{030B876A-5484-DCDC-ED42-00A669590854}"/>
          </ac:spMkLst>
        </pc:spChg>
      </pc:sldChg>
      <pc:sldChg chg="addSp modSp new mod">
        <pc:chgData name="Smith, David" userId="846a1c0a-3ddd-4f2e-a4ac-5d295891fe61" providerId="ADAL" clId="{37F3A1EC-38F0-4AE9-BBEC-2321762C1229}" dt="2026-03-23T19:50:16.575" v="4803" actId="15"/>
        <pc:sldMkLst>
          <pc:docMk/>
          <pc:sldMk cId="833446694" sldId="277"/>
        </pc:sldMkLst>
        <pc:spChg chg="mod">
          <ac:chgData name="Smith, David" userId="846a1c0a-3ddd-4f2e-a4ac-5d295891fe61" providerId="ADAL" clId="{37F3A1EC-38F0-4AE9-BBEC-2321762C1229}" dt="2026-03-23T17:19:10.634" v="3102" actId="20577"/>
          <ac:spMkLst>
            <pc:docMk/>
            <pc:sldMk cId="833446694" sldId="277"/>
            <ac:spMk id="2" creationId="{8C497D57-DBA4-AD86-5E13-D739F06C4B29}"/>
          </ac:spMkLst>
        </pc:spChg>
        <pc:spChg chg="mod">
          <ac:chgData name="Smith, David" userId="846a1c0a-3ddd-4f2e-a4ac-5d295891fe61" providerId="ADAL" clId="{37F3A1EC-38F0-4AE9-BBEC-2321762C1229}" dt="2026-03-23T19:50:16.575" v="4803" actId="15"/>
          <ac:spMkLst>
            <pc:docMk/>
            <pc:sldMk cId="833446694" sldId="277"/>
            <ac:spMk id="3" creationId="{CFFB35C4-F4AA-D504-B3C2-8FB34ADFD8B2}"/>
          </ac:spMkLst>
        </pc:spChg>
        <pc:spChg chg="add mod">
          <ac:chgData name="Smith, David" userId="846a1c0a-3ddd-4f2e-a4ac-5d295891fe61" providerId="ADAL" clId="{37F3A1EC-38F0-4AE9-BBEC-2321762C1229}" dt="2026-03-23T17:16:04.890" v="2971" actId="207"/>
          <ac:spMkLst>
            <pc:docMk/>
            <pc:sldMk cId="833446694" sldId="277"/>
            <ac:spMk id="4" creationId="{A39FAD1C-07B7-56DA-494F-0C7716F8E590}"/>
          </ac:spMkLst>
        </pc:spChg>
      </pc:sldChg>
      <pc:sldChg chg="addSp delSp modSp new mod ord">
        <pc:chgData name="Smith, David" userId="846a1c0a-3ddd-4f2e-a4ac-5d295891fe61" providerId="ADAL" clId="{37F3A1EC-38F0-4AE9-BBEC-2321762C1229}" dt="2026-03-24T19:47:30.007" v="6034" actId="20577"/>
        <pc:sldMkLst>
          <pc:docMk/>
          <pc:sldMk cId="769363944" sldId="278"/>
        </pc:sldMkLst>
        <pc:spChg chg="mod">
          <ac:chgData name="Smith, David" userId="846a1c0a-3ddd-4f2e-a4ac-5d295891fe61" providerId="ADAL" clId="{37F3A1EC-38F0-4AE9-BBEC-2321762C1229}" dt="2026-03-24T19:18:50.046" v="5062" actId="27636"/>
          <ac:spMkLst>
            <pc:docMk/>
            <pc:sldMk cId="769363944" sldId="278"/>
            <ac:spMk id="2" creationId="{6C23E6E4-2A14-4A9D-6A77-84BE903B15D0}"/>
          </ac:spMkLst>
        </pc:spChg>
        <pc:spChg chg="add mod">
          <ac:chgData name="Smith, David" userId="846a1c0a-3ddd-4f2e-a4ac-5d295891fe61" providerId="ADAL" clId="{37F3A1EC-38F0-4AE9-BBEC-2321762C1229}" dt="2026-03-23T19:22:34.678" v="4116"/>
          <ac:spMkLst>
            <pc:docMk/>
            <pc:sldMk cId="769363944" sldId="278"/>
            <ac:spMk id="4" creationId="{C7D7A38B-9140-1E17-16B7-B4A388F72ED8}"/>
          </ac:spMkLst>
        </pc:spChg>
        <pc:spChg chg="add mod">
          <ac:chgData name="Smith, David" userId="846a1c0a-3ddd-4f2e-a4ac-5d295891fe61" providerId="ADAL" clId="{37F3A1EC-38F0-4AE9-BBEC-2321762C1229}" dt="2026-03-24T19:47:30.007" v="6034" actId="20577"/>
          <ac:spMkLst>
            <pc:docMk/>
            <pc:sldMk cId="769363944" sldId="278"/>
            <ac:spMk id="6" creationId="{A0598E92-EC44-88E0-8F6F-D0D6F4B3D917}"/>
          </ac:spMkLst>
        </pc:spChg>
        <pc:picChg chg="add mod">
          <ac:chgData name="Smith, David" userId="846a1c0a-3ddd-4f2e-a4ac-5d295891fe61" providerId="ADAL" clId="{37F3A1EC-38F0-4AE9-BBEC-2321762C1229}" dt="2026-03-24T19:38:51.120" v="5419" actId="1076"/>
          <ac:picMkLst>
            <pc:docMk/>
            <pc:sldMk cId="769363944" sldId="278"/>
            <ac:picMk id="5" creationId="{C2553390-1CE2-2FA1-B273-C614183A7D11}"/>
          </ac:picMkLst>
        </pc:picChg>
      </pc:sldChg>
      <pc:sldChg chg="addSp delSp modSp new mod">
        <pc:chgData name="Smith, David" userId="846a1c0a-3ddd-4f2e-a4ac-5d295891fe61" providerId="ADAL" clId="{37F3A1EC-38F0-4AE9-BBEC-2321762C1229}" dt="2026-03-24T20:06:35.301" v="6381"/>
        <pc:sldMkLst>
          <pc:docMk/>
          <pc:sldMk cId="217901359" sldId="279"/>
        </pc:sldMkLst>
        <pc:spChg chg="mod">
          <ac:chgData name="Smith, David" userId="846a1c0a-3ddd-4f2e-a4ac-5d295891fe61" providerId="ADAL" clId="{37F3A1EC-38F0-4AE9-BBEC-2321762C1229}" dt="2026-03-24T20:06:29.201" v="6380" actId="1076"/>
          <ac:spMkLst>
            <pc:docMk/>
            <pc:sldMk cId="217901359" sldId="279"/>
            <ac:spMk id="2" creationId="{AE71B947-7FB1-79BE-4FA7-5984610D6315}"/>
          </ac:spMkLst>
        </pc:spChg>
        <pc:spChg chg="add mod">
          <ac:chgData name="Smith, David" userId="846a1c0a-3ddd-4f2e-a4ac-5d295891fe61" providerId="ADAL" clId="{37F3A1EC-38F0-4AE9-BBEC-2321762C1229}" dt="2026-03-24T20:06:25.637" v="6379" actId="1036"/>
          <ac:spMkLst>
            <pc:docMk/>
            <pc:sldMk cId="217901359" sldId="279"/>
            <ac:spMk id="4" creationId="{1B969DCE-1320-876C-98C3-83BFD1F349B8}"/>
          </ac:spMkLst>
        </pc:spChg>
        <pc:spChg chg="add mod">
          <ac:chgData name="Smith, David" userId="846a1c0a-3ddd-4f2e-a4ac-5d295891fe61" providerId="ADAL" clId="{37F3A1EC-38F0-4AE9-BBEC-2321762C1229}" dt="2026-03-24T20:06:25.637" v="6379" actId="1036"/>
          <ac:spMkLst>
            <pc:docMk/>
            <pc:sldMk cId="217901359" sldId="279"/>
            <ac:spMk id="5" creationId="{0F5821D6-3C41-76C4-500B-35C49D3FB15B}"/>
          </ac:spMkLst>
        </pc:spChg>
        <pc:spChg chg="add mod">
          <ac:chgData name="Smith, David" userId="846a1c0a-3ddd-4f2e-a4ac-5d295891fe61" providerId="ADAL" clId="{37F3A1EC-38F0-4AE9-BBEC-2321762C1229}" dt="2026-03-24T20:06:25.637" v="6379" actId="1036"/>
          <ac:spMkLst>
            <pc:docMk/>
            <pc:sldMk cId="217901359" sldId="279"/>
            <ac:spMk id="6" creationId="{9B63F24A-0D3E-E841-273B-19F8B6F1CA1F}"/>
          </ac:spMkLst>
        </pc:spChg>
        <pc:spChg chg="add mod">
          <ac:chgData name="Smith, David" userId="846a1c0a-3ddd-4f2e-a4ac-5d295891fe61" providerId="ADAL" clId="{37F3A1EC-38F0-4AE9-BBEC-2321762C1229}" dt="2026-03-24T20:06:25.637" v="6379" actId="1036"/>
          <ac:spMkLst>
            <pc:docMk/>
            <pc:sldMk cId="217901359" sldId="279"/>
            <ac:spMk id="7" creationId="{186773AD-D115-E604-EDF1-870B9AF5222C}"/>
          </ac:spMkLst>
        </pc:spChg>
        <pc:spChg chg="add mod">
          <ac:chgData name="Smith, David" userId="846a1c0a-3ddd-4f2e-a4ac-5d295891fe61" providerId="ADAL" clId="{37F3A1EC-38F0-4AE9-BBEC-2321762C1229}" dt="2026-03-24T20:06:25.637" v="6379" actId="1036"/>
          <ac:spMkLst>
            <pc:docMk/>
            <pc:sldMk cId="217901359" sldId="279"/>
            <ac:spMk id="8" creationId="{FFAA59F4-4D7D-27E8-4BBE-34179782C615}"/>
          </ac:spMkLst>
        </pc:spChg>
        <pc:spChg chg="add mod">
          <ac:chgData name="Smith, David" userId="846a1c0a-3ddd-4f2e-a4ac-5d295891fe61" providerId="ADAL" clId="{37F3A1EC-38F0-4AE9-BBEC-2321762C1229}" dt="2026-03-24T20:06:25.637" v="6379" actId="1036"/>
          <ac:spMkLst>
            <pc:docMk/>
            <pc:sldMk cId="217901359" sldId="279"/>
            <ac:spMk id="9" creationId="{02F59D79-AAB4-07AE-13EE-DDB4BD4A703D}"/>
          </ac:spMkLst>
        </pc:spChg>
        <pc:spChg chg="add mod">
          <ac:chgData name="Smith, David" userId="846a1c0a-3ddd-4f2e-a4ac-5d295891fe61" providerId="ADAL" clId="{37F3A1EC-38F0-4AE9-BBEC-2321762C1229}" dt="2026-03-24T20:06:25.637" v="6379" actId="1036"/>
          <ac:spMkLst>
            <pc:docMk/>
            <pc:sldMk cId="217901359" sldId="279"/>
            <ac:spMk id="10" creationId="{5B66BFFC-A8A5-8CE5-7D5E-98A8935D27E9}"/>
          </ac:spMkLst>
        </pc:spChg>
        <pc:spChg chg="add mod">
          <ac:chgData name="Smith, David" userId="846a1c0a-3ddd-4f2e-a4ac-5d295891fe61" providerId="ADAL" clId="{37F3A1EC-38F0-4AE9-BBEC-2321762C1229}" dt="2026-03-24T20:06:25.637" v="6379" actId="1036"/>
          <ac:spMkLst>
            <pc:docMk/>
            <pc:sldMk cId="217901359" sldId="279"/>
            <ac:spMk id="11" creationId="{5A71E217-8A64-606D-35D6-26D4E85D8C77}"/>
          </ac:spMkLst>
        </pc:spChg>
        <pc:spChg chg="add mod">
          <ac:chgData name="Smith, David" userId="846a1c0a-3ddd-4f2e-a4ac-5d295891fe61" providerId="ADAL" clId="{37F3A1EC-38F0-4AE9-BBEC-2321762C1229}" dt="2026-03-24T20:06:25.637" v="6379" actId="1036"/>
          <ac:spMkLst>
            <pc:docMk/>
            <pc:sldMk cId="217901359" sldId="279"/>
            <ac:spMk id="35" creationId="{720A27E5-5363-D747-FC07-2B1C8C8AE2E3}"/>
          </ac:spMkLst>
        </pc:spChg>
        <pc:spChg chg="add mod">
          <ac:chgData name="Smith, David" userId="846a1c0a-3ddd-4f2e-a4ac-5d295891fe61" providerId="ADAL" clId="{37F3A1EC-38F0-4AE9-BBEC-2321762C1229}" dt="2026-03-24T20:06:25.637" v="6379" actId="1036"/>
          <ac:spMkLst>
            <pc:docMk/>
            <pc:sldMk cId="217901359" sldId="279"/>
            <ac:spMk id="36" creationId="{C7DFCC52-418E-C544-E6F4-FF3A78416A73}"/>
          </ac:spMkLst>
        </pc:spChg>
        <pc:spChg chg="add mod">
          <ac:chgData name="Smith, David" userId="846a1c0a-3ddd-4f2e-a4ac-5d295891fe61" providerId="ADAL" clId="{37F3A1EC-38F0-4AE9-BBEC-2321762C1229}" dt="2026-03-24T20:06:35.301" v="6381"/>
          <ac:spMkLst>
            <pc:docMk/>
            <pc:sldMk cId="217901359" sldId="279"/>
            <ac:spMk id="48" creationId="{846079FF-4004-F81B-4798-0A5BDD15E9A1}"/>
          </ac:spMkLst>
        </pc:spChg>
        <pc:picChg chg="add mod">
          <ac:chgData name="Smith, David" userId="846a1c0a-3ddd-4f2e-a4ac-5d295891fe61" providerId="ADAL" clId="{37F3A1EC-38F0-4AE9-BBEC-2321762C1229}" dt="2026-03-24T20:03:02.931" v="6308" actId="1076"/>
          <ac:picMkLst>
            <pc:docMk/>
            <pc:sldMk cId="217901359" sldId="279"/>
            <ac:picMk id="13" creationId="{EB98C16F-9835-8AFE-4155-02178E8E2498}"/>
          </ac:picMkLst>
        </pc:picChg>
        <pc:cxnChg chg="add mod">
          <ac:chgData name="Smith, David" userId="846a1c0a-3ddd-4f2e-a4ac-5d295891fe61" providerId="ADAL" clId="{37F3A1EC-38F0-4AE9-BBEC-2321762C1229}" dt="2026-03-24T20:03:28.348" v="6311" actId="13822"/>
          <ac:cxnSpMkLst>
            <pc:docMk/>
            <pc:sldMk cId="217901359" sldId="279"/>
            <ac:cxnSpMk id="15" creationId="{9C28A93E-BA36-4E54-F5A4-41A1BDB46D39}"/>
          </ac:cxnSpMkLst>
        </pc:cxnChg>
        <pc:cxnChg chg="add mod">
          <ac:chgData name="Smith, David" userId="846a1c0a-3ddd-4f2e-a4ac-5d295891fe61" providerId="ADAL" clId="{37F3A1EC-38F0-4AE9-BBEC-2321762C1229}" dt="2026-03-24T20:03:36.526" v="6314" actId="14100"/>
          <ac:cxnSpMkLst>
            <pc:docMk/>
            <pc:sldMk cId="217901359" sldId="279"/>
            <ac:cxnSpMk id="17" creationId="{256A056A-CAAD-4368-C434-A65283460DBE}"/>
          </ac:cxnSpMkLst>
        </pc:cxnChg>
        <pc:cxnChg chg="add mod">
          <ac:chgData name="Smith, David" userId="846a1c0a-3ddd-4f2e-a4ac-5d295891fe61" providerId="ADAL" clId="{37F3A1EC-38F0-4AE9-BBEC-2321762C1229}" dt="2026-03-24T20:04:09.914" v="6320" actId="17032"/>
          <ac:cxnSpMkLst>
            <pc:docMk/>
            <pc:sldMk cId="217901359" sldId="279"/>
            <ac:cxnSpMk id="22" creationId="{404C380A-DDE7-D356-ECDC-58B2E7B1FE12}"/>
          </ac:cxnSpMkLst>
        </pc:cxnChg>
        <pc:cxnChg chg="add mod">
          <ac:chgData name="Smith, David" userId="846a1c0a-3ddd-4f2e-a4ac-5d295891fe61" providerId="ADAL" clId="{37F3A1EC-38F0-4AE9-BBEC-2321762C1229}" dt="2026-03-24T20:04:29.343" v="6324" actId="1076"/>
          <ac:cxnSpMkLst>
            <pc:docMk/>
            <pc:sldMk cId="217901359" sldId="279"/>
            <ac:cxnSpMk id="25" creationId="{F69B5F43-0C84-53DC-4FE4-22D6AACB5C5D}"/>
          </ac:cxnSpMkLst>
        </pc:cxnChg>
        <pc:cxnChg chg="add mod">
          <ac:chgData name="Smith, David" userId="846a1c0a-3ddd-4f2e-a4ac-5d295891fe61" providerId="ADAL" clId="{37F3A1EC-38F0-4AE9-BBEC-2321762C1229}" dt="2026-03-24T20:04:40.672" v="6327" actId="14100"/>
          <ac:cxnSpMkLst>
            <pc:docMk/>
            <pc:sldMk cId="217901359" sldId="279"/>
            <ac:cxnSpMk id="29" creationId="{F0FD0543-2162-3C62-AF69-58C4F9364F41}"/>
          </ac:cxnSpMkLst>
        </pc:cxnChg>
        <pc:cxnChg chg="add mod">
          <ac:chgData name="Smith, David" userId="846a1c0a-3ddd-4f2e-a4ac-5d295891fe61" providerId="ADAL" clId="{37F3A1EC-38F0-4AE9-BBEC-2321762C1229}" dt="2026-03-24T20:04:46.290" v="6330" actId="14100"/>
          <ac:cxnSpMkLst>
            <pc:docMk/>
            <pc:sldMk cId="217901359" sldId="279"/>
            <ac:cxnSpMk id="32" creationId="{59DA7EB6-B058-0C3C-3948-8635DC62FAAE}"/>
          </ac:cxnSpMkLst>
        </pc:cxnChg>
        <pc:cxnChg chg="add mod">
          <ac:chgData name="Smith, David" userId="846a1c0a-3ddd-4f2e-a4ac-5d295891fe61" providerId="ADAL" clId="{37F3A1EC-38F0-4AE9-BBEC-2321762C1229}" dt="2026-03-24T20:05:12.753" v="6340" actId="14100"/>
          <ac:cxnSpMkLst>
            <pc:docMk/>
            <pc:sldMk cId="217901359" sldId="279"/>
            <ac:cxnSpMk id="37" creationId="{B15C1025-84E5-726E-7511-C295B15F2F9D}"/>
          </ac:cxnSpMkLst>
        </pc:cxnChg>
        <pc:cxnChg chg="add mod">
          <ac:chgData name="Smith, David" userId="846a1c0a-3ddd-4f2e-a4ac-5d295891fe61" providerId="ADAL" clId="{37F3A1EC-38F0-4AE9-BBEC-2321762C1229}" dt="2026-03-24T20:05:40.734" v="6344" actId="14100"/>
          <ac:cxnSpMkLst>
            <pc:docMk/>
            <pc:sldMk cId="217901359" sldId="279"/>
            <ac:cxnSpMk id="41" creationId="{7AE6A2B7-D7D3-3EFB-26E3-B6DD495324CB}"/>
          </ac:cxnSpMkLst>
        </pc:cxnChg>
        <pc:cxnChg chg="add mod">
          <ac:chgData name="Smith, David" userId="846a1c0a-3ddd-4f2e-a4ac-5d295891fe61" providerId="ADAL" clId="{37F3A1EC-38F0-4AE9-BBEC-2321762C1229}" dt="2026-03-24T20:06:00.416" v="6348" actId="14100"/>
          <ac:cxnSpMkLst>
            <pc:docMk/>
            <pc:sldMk cId="217901359" sldId="279"/>
            <ac:cxnSpMk id="45" creationId="{5D4BBB54-4685-A8F3-B958-5E78FA27DE0C}"/>
          </ac:cxnSpMkLst>
        </pc:cxnChg>
      </pc:sldChg>
      <pc:sldChg chg="addSp delSp modSp new mod">
        <pc:chgData name="Smith, David" userId="846a1c0a-3ddd-4f2e-a4ac-5d295891fe61" providerId="ADAL" clId="{37F3A1EC-38F0-4AE9-BBEC-2321762C1229}" dt="2026-03-24T20:16:15.152" v="6582" actId="1582"/>
        <pc:sldMkLst>
          <pc:docMk/>
          <pc:sldMk cId="1604640555" sldId="280"/>
        </pc:sldMkLst>
        <pc:spChg chg="mod">
          <ac:chgData name="Smith, David" userId="846a1c0a-3ddd-4f2e-a4ac-5d295891fe61" providerId="ADAL" clId="{37F3A1EC-38F0-4AE9-BBEC-2321762C1229}" dt="2026-03-24T20:13:01.390" v="6561" actId="1076"/>
          <ac:spMkLst>
            <pc:docMk/>
            <pc:sldMk cId="1604640555" sldId="280"/>
            <ac:spMk id="2" creationId="{60902926-99D5-6EF5-AB9C-7AB3F9AB6449}"/>
          </ac:spMkLst>
        </pc:spChg>
        <pc:spChg chg="add mod">
          <ac:chgData name="Smith, David" userId="846a1c0a-3ddd-4f2e-a4ac-5d295891fe61" providerId="ADAL" clId="{37F3A1EC-38F0-4AE9-BBEC-2321762C1229}" dt="2026-03-24T20:10:52.217" v="6554" actId="1076"/>
          <ac:spMkLst>
            <pc:docMk/>
            <pc:sldMk cId="1604640555" sldId="280"/>
            <ac:spMk id="4" creationId="{A2B6EA79-0BFC-80FB-1E9A-4EA520BAD0D8}"/>
          </ac:spMkLst>
        </pc:spChg>
        <pc:spChg chg="add mod">
          <ac:chgData name="Smith, David" userId="846a1c0a-3ddd-4f2e-a4ac-5d295891fe61" providerId="ADAL" clId="{37F3A1EC-38F0-4AE9-BBEC-2321762C1229}" dt="2026-03-24T20:10:56.379" v="6555"/>
          <ac:spMkLst>
            <pc:docMk/>
            <pc:sldMk cId="1604640555" sldId="280"/>
            <ac:spMk id="5" creationId="{73C47A9D-5ABA-FC90-70F0-2C7826E421EA}"/>
          </ac:spMkLst>
        </pc:spChg>
        <pc:spChg chg="add mod">
          <ac:chgData name="Smith, David" userId="846a1c0a-3ddd-4f2e-a4ac-5d295891fe61" providerId="ADAL" clId="{37F3A1EC-38F0-4AE9-BBEC-2321762C1229}" dt="2026-03-24T20:15:04.501" v="6576" actId="1582"/>
          <ac:spMkLst>
            <pc:docMk/>
            <pc:sldMk cId="1604640555" sldId="280"/>
            <ac:spMk id="9" creationId="{C1FAC70C-2BFD-4A0E-3E2D-19577647F4F2}"/>
          </ac:spMkLst>
        </pc:spChg>
        <pc:spChg chg="add mod">
          <ac:chgData name="Smith, David" userId="846a1c0a-3ddd-4f2e-a4ac-5d295891fe61" providerId="ADAL" clId="{37F3A1EC-38F0-4AE9-BBEC-2321762C1229}" dt="2026-03-24T20:16:15.152" v="6582" actId="1582"/>
          <ac:spMkLst>
            <pc:docMk/>
            <pc:sldMk cId="1604640555" sldId="280"/>
            <ac:spMk id="12" creationId="{B2492D4C-B826-D980-69CA-89198169D00A}"/>
          </ac:spMkLst>
        </pc:spChg>
        <pc:graphicFrameChg chg="add mod modGraphic">
          <ac:chgData name="Smith, David" userId="846a1c0a-3ddd-4f2e-a4ac-5d295891fe61" providerId="ADAL" clId="{37F3A1EC-38F0-4AE9-BBEC-2321762C1229}" dt="2026-03-24T20:13:03.737" v="6562" actId="1076"/>
          <ac:graphicFrameMkLst>
            <pc:docMk/>
            <pc:sldMk cId="1604640555" sldId="280"/>
            <ac:graphicFrameMk id="6" creationId="{FDD6B72B-C016-8617-2A52-C0DAB728695C}"/>
          </ac:graphicFrameMkLst>
        </pc:graphicFrameChg>
        <pc:picChg chg="add mod">
          <ac:chgData name="Smith, David" userId="846a1c0a-3ddd-4f2e-a4ac-5d295891fe61" providerId="ADAL" clId="{37F3A1EC-38F0-4AE9-BBEC-2321762C1229}" dt="2026-03-24T20:14:43.634" v="6573" actId="1076"/>
          <ac:picMkLst>
            <pc:docMk/>
            <pc:sldMk cId="1604640555" sldId="280"/>
            <ac:picMk id="8" creationId="{C2588462-AA47-0E8B-9551-D0F6BB3543B0}"/>
          </ac:picMkLst>
        </pc:picChg>
        <pc:cxnChg chg="add">
          <ac:chgData name="Smith, David" userId="846a1c0a-3ddd-4f2e-a4ac-5d295891fe61" providerId="ADAL" clId="{37F3A1EC-38F0-4AE9-BBEC-2321762C1229}" dt="2026-03-24T20:15:23.756" v="6577" actId="11529"/>
          <ac:cxnSpMkLst>
            <pc:docMk/>
            <pc:sldMk cId="1604640555" sldId="280"/>
            <ac:cxnSpMk id="11" creationId="{C3941889-FE6D-A1F4-5FE2-1743DB3A6639}"/>
          </ac:cxnSpMkLst>
        </pc:cxnChg>
      </pc:sldChg>
      <pc:sldChg chg="addSp modSp new mod ord">
        <pc:chgData name="Smith, David" userId="846a1c0a-3ddd-4f2e-a4ac-5d295891fe61" providerId="ADAL" clId="{37F3A1EC-38F0-4AE9-BBEC-2321762C1229}" dt="2026-03-24T19:47:52.696" v="6036"/>
        <pc:sldMkLst>
          <pc:docMk/>
          <pc:sldMk cId="2401426598" sldId="281"/>
        </pc:sldMkLst>
        <pc:spChg chg="mod">
          <ac:chgData name="Smith, David" userId="846a1c0a-3ddd-4f2e-a4ac-5d295891fe61" providerId="ADAL" clId="{37F3A1EC-38F0-4AE9-BBEC-2321762C1229}" dt="2026-03-24T19:33:22.292" v="5179" actId="20577"/>
          <ac:spMkLst>
            <pc:docMk/>
            <pc:sldMk cId="2401426598" sldId="281"/>
            <ac:spMk id="2" creationId="{E681231E-E606-7E35-8745-8D0C67A4AC55}"/>
          </ac:spMkLst>
        </pc:spChg>
        <pc:spChg chg="mod">
          <ac:chgData name="Smith, David" userId="846a1c0a-3ddd-4f2e-a4ac-5d295891fe61" providerId="ADAL" clId="{37F3A1EC-38F0-4AE9-BBEC-2321762C1229}" dt="2026-03-24T19:35:18.007" v="5336" actId="27636"/>
          <ac:spMkLst>
            <pc:docMk/>
            <pc:sldMk cId="2401426598" sldId="281"/>
            <ac:spMk id="3" creationId="{97537C25-EAF7-BEF2-7902-F52F4236392D}"/>
          </ac:spMkLst>
        </pc:spChg>
        <pc:spChg chg="add mod">
          <ac:chgData name="Smith, David" userId="846a1c0a-3ddd-4f2e-a4ac-5d295891fe61" providerId="ADAL" clId="{37F3A1EC-38F0-4AE9-BBEC-2321762C1229}" dt="2026-03-23T19:41:52.009" v="4708"/>
          <ac:spMkLst>
            <pc:docMk/>
            <pc:sldMk cId="2401426598" sldId="281"/>
            <ac:spMk id="4" creationId="{6524C2EA-3704-D5E1-306D-23546A244631}"/>
          </ac:spMkLst>
        </pc:spChg>
      </pc:sldChg>
      <pc:sldChg chg="addSp delSp modSp new mod modAnim">
        <pc:chgData name="Smith, David" userId="846a1c0a-3ddd-4f2e-a4ac-5d295891fe61" providerId="ADAL" clId="{37F3A1EC-38F0-4AE9-BBEC-2321762C1229}" dt="2026-03-24T19:37:04.532" v="5408"/>
        <pc:sldMkLst>
          <pc:docMk/>
          <pc:sldMk cId="3828748492" sldId="282"/>
        </pc:sldMkLst>
        <pc:spChg chg="mod">
          <ac:chgData name="Smith, David" userId="846a1c0a-3ddd-4f2e-a4ac-5d295891fe61" providerId="ADAL" clId="{37F3A1EC-38F0-4AE9-BBEC-2321762C1229}" dt="2026-03-24T19:30:53.650" v="5065" actId="27636"/>
          <ac:spMkLst>
            <pc:docMk/>
            <pc:sldMk cId="3828748492" sldId="282"/>
            <ac:spMk id="2" creationId="{9E2D2B22-7AF2-B46C-DE34-07984E2BA783}"/>
          </ac:spMkLst>
        </pc:spChg>
        <pc:spChg chg="add mod">
          <ac:chgData name="Smith, David" userId="846a1c0a-3ddd-4f2e-a4ac-5d295891fe61" providerId="ADAL" clId="{37F3A1EC-38F0-4AE9-BBEC-2321762C1229}" dt="2026-03-24T19:18:16.890" v="5029"/>
          <ac:spMkLst>
            <pc:docMk/>
            <pc:sldMk cId="3828748492" sldId="282"/>
            <ac:spMk id="4" creationId="{7D669E65-3E79-7CCD-4A69-18E72ADA88F2}"/>
          </ac:spMkLst>
        </pc:spChg>
        <pc:spChg chg="add mod">
          <ac:chgData name="Smith, David" userId="846a1c0a-3ddd-4f2e-a4ac-5d295891fe61" providerId="ADAL" clId="{37F3A1EC-38F0-4AE9-BBEC-2321762C1229}" dt="2026-03-24T19:36:53.741" v="5407" actId="1076"/>
          <ac:spMkLst>
            <pc:docMk/>
            <pc:sldMk cId="3828748492" sldId="282"/>
            <ac:spMk id="13" creationId="{8E5F38EA-B6B6-A9D7-AC8B-5CE162FC4C3D}"/>
          </ac:spMkLst>
        </pc:spChg>
        <pc:picChg chg="add mod">
          <ac:chgData name="Smith, David" userId="846a1c0a-3ddd-4f2e-a4ac-5d295891fe61" providerId="ADAL" clId="{37F3A1EC-38F0-4AE9-BBEC-2321762C1229}" dt="2026-03-24T19:35:38.052" v="5337" actId="1076"/>
          <ac:picMkLst>
            <pc:docMk/>
            <pc:sldMk cId="3828748492" sldId="282"/>
            <ac:picMk id="6" creationId="{B6A85BFF-FB7E-12C8-213A-2671A808CB55}"/>
          </ac:picMkLst>
        </pc:picChg>
        <pc:picChg chg="add mod">
          <ac:chgData name="Smith, David" userId="846a1c0a-3ddd-4f2e-a4ac-5d295891fe61" providerId="ADAL" clId="{37F3A1EC-38F0-4AE9-BBEC-2321762C1229}" dt="2026-03-24T19:36:20.587" v="5345" actId="1076"/>
          <ac:picMkLst>
            <pc:docMk/>
            <pc:sldMk cId="3828748492" sldId="282"/>
            <ac:picMk id="8" creationId="{EECC8E8E-BF55-EDC0-E996-A11EEA9067E6}"/>
          </ac:picMkLst>
        </pc:picChg>
        <pc:picChg chg="add mod">
          <ac:chgData name="Smith, David" userId="846a1c0a-3ddd-4f2e-a4ac-5d295891fe61" providerId="ADAL" clId="{37F3A1EC-38F0-4AE9-BBEC-2321762C1229}" dt="2026-03-24T19:35:38.052" v="5337" actId="1076"/>
          <ac:picMkLst>
            <pc:docMk/>
            <pc:sldMk cId="3828748492" sldId="282"/>
            <ac:picMk id="10" creationId="{0755ADC9-BADE-D731-2AEB-6CB95C4AC9AC}"/>
          </ac:picMkLst>
        </pc:picChg>
        <pc:picChg chg="add mod">
          <ac:chgData name="Smith, David" userId="846a1c0a-3ddd-4f2e-a4ac-5d295891fe61" providerId="ADAL" clId="{37F3A1EC-38F0-4AE9-BBEC-2321762C1229}" dt="2026-03-24T19:36:23.656" v="5346" actId="1076"/>
          <ac:picMkLst>
            <pc:docMk/>
            <pc:sldMk cId="3828748492" sldId="282"/>
            <ac:picMk id="12" creationId="{563F8347-AB21-EFCA-7329-8812C2F2D6F1}"/>
          </ac:picMkLst>
        </pc:picChg>
      </pc:sldChg>
    </pc:docChg>
  </pc:docChgLst>
  <pc:docChgLst>
    <pc:chgData name="Smith, David" userId="846a1c0a-3ddd-4f2e-a4ac-5d295891fe61" providerId="ADAL" clId="{DCEB6AFB-84CF-4592-8FAB-79E8761D8FE5}"/>
    <pc:docChg chg="undo custSel addSld delSld modSld sldOrd">
      <pc:chgData name="Smith, David" userId="846a1c0a-3ddd-4f2e-a4ac-5d295891fe61" providerId="ADAL" clId="{DCEB6AFB-84CF-4592-8FAB-79E8761D8FE5}" dt="2026-03-26T16:20:30.565" v="1517" actId="20577"/>
      <pc:docMkLst>
        <pc:docMk/>
      </pc:docMkLst>
      <pc:sldChg chg="addSp delSp modSp mod">
        <pc:chgData name="Smith, David" userId="846a1c0a-3ddd-4f2e-a4ac-5d295891fe61" providerId="ADAL" clId="{DCEB6AFB-84CF-4592-8FAB-79E8761D8FE5}" dt="2026-03-26T15:02:02.442" v="701" actId="20577"/>
        <pc:sldMkLst>
          <pc:docMk/>
          <pc:sldMk cId="2737122788" sldId="263"/>
        </pc:sldMkLst>
        <pc:spChg chg="mod">
          <ac:chgData name="Smith, David" userId="846a1c0a-3ddd-4f2e-a4ac-5d295891fe61" providerId="ADAL" clId="{DCEB6AFB-84CF-4592-8FAB-79E8761D8FE5}" dt="2026-03-26T15:02:02.442" v="701" actId="20577"/>
          <ac:spMkLst>
            <pc:docMk/>
            <pc:sldMk cId="2737122788" sldId="263"/>
            <ac:spMk id="2" creationId="{5E55C563-FE8E-72FE-F845-6236F00528C7}"/>
          </ac:spMkLst>
        </pc:spChg>
        <pc:spChg chg="del">
          <ac:chgData name="Smith, David" userId="846a1c0a-3ddd-4f2e-a4ac-5d295891fe61" providerId="ADAL" clId="{DCEB6AFB-84CF-4592-8FAB-79E8761D8FE5}" dt="2026-03-25T14:39:12.269" v="44" actId="478"/>
          <ac:spMkLst>
            <pc:docMk/>
            <pc:sldMk cId="2737122788" sldId="263"/>
            <ac:spMk id="3" creationId="{B687864D-D1F7-CC27-3D41-2EB884B56CD0}"/>
          </ac:spMkLst>
        </pc:spChg>
        <pc:spChg chg="add mod">
          <ac:chgData name="Smith, David" userId="846a1c0a-3ddd-4f2e-a4ac-5d295891fe61" providerId="ADAL" clId="{DCEB6AFB-84CF-4592-8FAB-79E8761D8FE5}" dt="2026-03-25T14:42:51.900" v="57" actId="1076"/>
          <ac:spMkLst>
            <pc:docMk/>
            <pc:sldMk cId="2737122788" sldId="263"/>
            <ac:spMk id="5" creationId="{DE912BE8-4BC3-FA9F-52C9-14CD12B8D1B1}"/>
          </ac:spMkLst>
        </pc:spChg>
        <pc:spChg chg="add mod">
          <ac:chgData name="Smith, David" userId="846a1c0a-3ddd-4f2e-a4ac-5d295891fe61" providerId="ADAL" clId="{DCEB6AFB-84CF-4592-8FAB-79E8761D8FE5}" dt="2026-03-25T14:43:21.641" v="86" actId="1076"/>
          <ac:spMkLst>
            <pc:docMk/>
            <pc:sldMk cId="2737122788" sldId="263"/>
            <ac:spMk id="8" creationId="{DC16FFBF-8652-4354-1800-EC6083ECE937}"/>
          </ac:spMkLst>
        </pc:spChg>
        <pc:spChg chg="add mod">
          <ac:chgData name="Smith, David" userId="846a1c0a-3ddd-4f2e-a4ac-5d295891fe61" providerId="ADAL" clId="{DCEB6AFB-84CF-4592-8FAB-79E8761D8FE5}" dt="2026-03-25T14:43:52.952" v="87"/>
          <ac:spMkLst>
            <pc:docMk/>
            <pc:sldMk cId="2737122788" sldId="263"/>
            <ac:spMk id="9" creationId="{7B162791-7D58-EBCA-C7C4-8CFDA21271B7}"/>
          </ac:spMkLst>
        </pc:spChg>
        <pc:graphicFrameChg chg="add mod">
          <ac:chgData name="Smith, David" userId="846a1c0a-3ddd-4f2e-a4ac-5d295891fe61" providerId="ADAL" clId="{DCEB6AFB-84CF-4592-8FAB-79E8761D8FE5}" dt="2026-03-25T14:42:51.900" v="57" actId="1076"/>
          <ac:graphicFrameMkLst>
            <pc:docMk/>
            <pc:sldMk cId="2737122788" sldId="263"/>
            <ac:graphicFrameMk id="4" creationId="{AD5825C5-D5C2-7A9D-2D14-7B44B802F0D2}"/>
          </ac:graphicFrameMkLst>
        </pc:graphicFrameChg>
        <pc:picChg chg="add mod">
          <ac:chgData name="Smith, David" userId="846a1c0a-3ddd-4f2e-a4ac-5d295891fe61" providerId="ADAL" clId="{DCEB6AFB-84CF-4592-8FAB-79E8761D8FE5}" dt="2026-03-25T14:42:59.533" v="58" actId="1076"/>
          <ac:picMkLst>
            <pc:docMk/>
            <pc:sldMk cId="2737122788" sldId="263"/>
            <ac:picMk id="7" creationId="{C212486E-FB25-F91A-E030-F44C27D2D069}"/>
          </ac:picMkLst>
        </pc:picChg>
      </pc:sldChg>
      <pc:sldChg chg="addSp modSp">
        <pc:chgData name="Smith, David" userId="846a1c0a-3ddd-4f2e-a4ac-5d295891fe61" providerId="ADAL" clId="{DCEB6AFB-84CF-4592-8FAB-79E8761D8FE5}" dt="2026-03-26T14:57:10.272" v="386"/>
        <pc:sldMkLst>
          <pc:docMk/>
          <pc:sldMk cId="1137982069" sldId="265"/>
        </pc:sldMkLst>
        <pc:spChg chg="add mod">
          <ac:chgData name="Smith, David" userId="846a1c0a-3ddd-4f2e-a4ac-5d295891fe61" providerId="ADAL" clId="{DCEB6AFB-84CF-4592-8FAB-79E8761D8FE5}" dt="2026-03-26T14:57:10.272" v="386"/>
          <ac:spMkLst>
            <pc:docMk/>
            <pc:sldMk cId="1137982069" sldId="265"/>
            <ac:spMk id="4" creationId="{3156EFF0-C738-8BAF-2E1C-F0B07D369864}"/>
          </ac:spMkLst>
        </pc:spChg>
      </pc:sldChg>
      <pc:sldChg chg="addSp delSp modSp mod ord">
        <pc:chgData name="Smith, David" userId="846a1c0a-3ddd-4f2e-a4ac-5d295891fe61" providerId="ADAL" clId="{DCEB6AFB-84CF-4592-8FAB-79E8761D8FE5}" dt="2026-03-26T15:21:02.071" v="1077" actId="1076"/>
        <pc:sldMkLst>
          <pc:docMk/>
          <pc:sldMk cId="1317764527" sldId="267"/>
        </pc:sldMkLst>
        <pc:spChg chg="mod">
          <ac:chgData name="Smith, David" userId="846a1c0a-3ddd-4f2e-a4ac-5d295891fe61" providerId="ADAL" clId="{DCEB6AFB-84CF-4592-8FAB-79E8761D8FE5}" dt="2026-03-26T15:06:10.209" v="798" actId="20577"/>
          <ac:spMkLst>
            <pc:docMk/>
            <pc:sldMk cId="1317764527" sldId="267"/>
            <ac:spMk id="2" creationId="{3F95AA28-6F2C-BCD4-F953-288E32724E32}"/>
          </ac:spMkLst>
        </pc:spChg>
        <pc:spChg chg="del">
          <ac:chgData name="Smith, David" userId="846a1c0a-3ddd-4f2e-a4ac-5d295891fe61" providerId="ADAL" clId="{DCEB6AFB-84CF-4592-8FAB-79E8761D8FE5}" dt="2026-03-26T15:02:34.435" v="735" actId="478"/>
          <ac:spMkLst>
            <pc:docMk/>
            <pc:sldMk cId="1317764527" sldId="267"/>
            <ac:spMk id="3" creationId="{42951D5B-5296-CC3B-A3D8-0BDD76585481}"/>
          </ac:spMkLst>
        </pc:spChg>
        <pc:spChg chg="add mod">
          <ac:chgData name="Smith, David" userId="846a1c0a-3ddd-4f2e-a4ac-5d295891fe61" providerId="ADAL" clId="{DCEB6AFB-84CF-4592-8FAB-79E8761D8FE5}" dt="2026-03-26T15:06:36.909" v="800" actId="207"/>
          <ac:spMkLst>
            <pc:docMk/>
            <pc:sldMk cId="1317764527" sldId="267"/>
            <ac:spMk id="6" creationId="{F462F1C1-C326-83B0-1159-4E2DF98ADF27}"/>
          </ac:spMkLst>
        </pc:spChg>
        <pc:spChg chg="add mod">
          <ac:chgData name="Smith, David" userId="846a1c0a-3ddd-4f2e-a4ac-5d295891fe61" providerId="ADAL" clId="{DCEB6AFB-84CF-4592-8FAB-79E8761D8FE5}" dt="2026-03-26T15:20:52.625" v="1075" actId="20577"/>
          <ac:spMkLst>
            <pc:docMk/>
            <pc:sldMk cId="1317764527" sldId="267"/>
            <ac:spMk id="7" creationId="{000611C7-F945-BFE7-C1FE-DA602FBFC037}"/>
          </ac:spMkLst>
        </pc:spChg>
        <pc:picChg chg="add mod modCrop">
          <ac:chgData name="Smith, David" userId="846a1c0a-3ddd-4f2e-a4ac-5d295891fe61" providerId="ADAL" clId="{DCEB6AFB-84CF-4592-8FAB-79E8761D8FE5}" dt="2026-03-26T15:21:02.071" v="1077" actId="1076"/>
          <ac:picMkLst>
            <pc:docMk/>
            <pc:sldMk cId="1317764527" sldId="267"/>
            <ac:picMk id="5" creationId="{48595B92-038C-9115-2EE2-7125200348DC}"/>
          </ac:picMkLst>
        </pc:picChg>
      </pc:sldChg>
      <pc:sldChg chg="addSp delSp modSp mod">
        <pc:chgData name="Smith, David" userId="846a1c0a-3ddd-4f2e-a4ac-5d295891fe61" providerId="ADAL" clId="{DCEB6AFB-84CF-4592-8FAB-79E8761D8FE5}" dt="2026-03-26T16:05:20.828" v="1335" actId="1076"/>
        <pc:sldMkLst>
          <pc:docMk/>
          <pc:sldMk cId="3384982248" sldId="268"/>
        </pc:sldMkLst>
        <pc:spChg chg="mod">
          <ac:chgData name="Smith, David" userId="846a1c0a-3ddd-4f2e-a4ac-5d295891fe61" providerId="ADAL" clId="{DCEB6AFB-84CF-4592-8FAB-79E8761D8FE5}" dt="2026-03-26T16:04:01.588" v="1325" actId="1076"/>
          <ac:spMkLst>
            <pc:docMk/>
            <pc:sldMk cId="3384982248" sldId="268"/>
            <ac:spMk id="2" creationId="{7A70DA61-0690-0093-3E4E-60A31BC74E1D}"/>
          </ac:spMkLst>
        </pc:spChg>
        <pc:spChg chg="del">
          <ac:chgData name="Smith, David" userId="846a1c0a-3ddd-4f2e-a4ac-5d295891fe61" providerId="ADAL" clId="{DCEB6AFB-84CF-4592-8FAB-79E8761D8FE5}" dt="2026-03-26T16:03:35.022" v="1318" actId="478"/>
          <ac:spMkLst>
            <pc:docMk/>
            <pc:sldMk cId="3384982248" sldId="268"/>
            <ac:spMk id="3" creationId="{D51AF17F-FE64-FEBE-C190-8045C36FD557}"/>
          </ac:spMkLst>
        </pc:spChg>
        <pc:spChg chg="add mod">
          <ac:chgData name="Smith, David" userId="846a1c0a-3ddd-4f2e-a4ac-5d295891fe61" providerId="ADAL" clId="{DCEB6AFB-84CF-4592-8FAB-79E8761D8FE5}" dt="2026-03-26T15:19:09.588" v="962"/>
          <ac:spMkLst>
            <pc:docMk/>
            <pc:sldMk cId="3384982248" sldId="268"/>
            <ac:spMk id="4" creationId="{23FE7846-C8DF-2C3A-4358-A55EFD2CCDE6}"/>
          </ac:spMkLst>
        </pc:spChg>
        <pc:spChg chg="add del mod">
          <ac:chgData name="Smith, David" userId="846a1c0a-3ddd-4f2e-a4ac-5d295891fe61" providerId="ADAL" clId="{DCEB6AFB-84CF-4592-8FAB-79E8761D8FE5}" dt="2026-03-26T16:03:35.678" v="1319"/>
          <ac:spMkLst>
            <pc:docMk/>
            <pc:sldMk cId="3384982248" sldId="268"/>
            <ac:spMk id="6" creationId="{4DC66F45-A270-267A-A1ED-A4520985A05D}"/>
          </ac:spMkLst>
        </pc:spChg>
        <pc:graphicFrameChg chg="add mod modGraphic">
          <ac:chgData name="Smith, David" userId="846a1c0a-3ddd-4f2e-a4ac-5d295891fe61" providerId="ADAL" clId="{DCEB6AFB-84CF-4592-8FAB-79E8761D8FE5}" dt="2026-03-26T16:05:20.828" v="1335" actId="1076"/>
          <ac:graphicFrameMkLst>
            <pc:docMk/>
            <pc:sldMk cId="3384982248" sldId="268"/>
            <ac:graphicFrameMk id="7" creationId="{67B9915D-7F86-916D-EF0B-60F83F8C2F87}"/>
          </ac:graphicFrameMkLst>
        </pc:graphicFrameChg>
      </pc:sldChg>
      <pc:sldChg chg="modSp mod">
        <pc:chgData name="Smith, David" userId="846a1c0a-3ddd-4f2e-a4ac-5d295891fe61" providerId="ADAL" clId="{DCEB6AFB-84CF-4592-8FAB-79E8761D8FE5}" dt="2026-03-26T16:20:30.565" v="1517" actId="20577"/>
        <pc:sldMkLst>
          <pc:docMk/>
          <pc:sldMk cId="1197410000" sldId="269"/>
        </pc:sldMkLst>
        <pc:spChg chg="mod">
          <ac:chgData name="Smith, David" userId="846a1c0a-3ddd-4f2e-a4ac-5d295891fe61" providerId="ADAL" clId="{DCEB6AFB-84CF-4592-8FAB-79E8761D8FE5}" dt="2026-03-26T16:20:30.565" v="1517" actId="20577"/>
          <ac:spMkLst>
            <pc:docMk/>
            <pc:sldMk cId="1197410000" sldId="269"/>
            <ac:spMk id="3" creationId="{851B3971-C06A-7303-25AE-57A0BD89422B}"/>
          </ac:spMkLst>
        </pc:spChg>
      </pc:sldChg>
      <pc:sldChg chg="addSp delSp modSp mod">
        <pc:chgData name="Smith, David" userId="846a1c0a-3ddd-4f2e-a4ac-5d295891fe61" providerId="ADAL" clId="{DCEB6AFB-84CF-4592-8FAB-79E8761D8FE5}" dt="2026-03-25T14:21:03.635" v="27" actId="14100"/>
        <pc:sldMkLst>
          <pc:docMk/>
          <pc:sldMk cId="217901359" sldId="279"/>
        </pc:sldMkLst>
        <pc:spChg chg="mod">
          <ac:chgData name="Smith, David" userId="846a1c0a-3ddd-4f2e-a4ac-5d295891fe61" providerId="ADAL" clId="{DCEB6AFB-84CF-4592-8FAB-79E8761D8FE5}" dt="2026-03-25T14:20:40.486" v="1" actId="1076"/>
          <ac:spMkLst>
            <pc:docMk/>
            <pc:sldMk cId="217901359" sldId="279"/>
            <ac:spMk id="7" creationId="{186773AD-D115-E604-EDF1-870B9AF5222C}"/>
          </ac:spMkLst>
        </pc:spChg>
        <pc:spChg chg="add mod">
          <ac:chgData name="Smith, David" userId="846a1c0a-3ddd-4f2e-a4ac-5d295891fe61" providerId="ADAL" clId="{DCEB6AFB-84CF-4592-8FAB-79E8761D8FE5}" dt="2026-03-25T14:20:53.439" v="22" actId="14100"/>
          <ac:spMkLst>
            <pc:docMk/>
            <pc:sldMk cId="217901359" sldId="279"/>
            <ac:spMk id="12" creationId="{AE955A3F-468A-DD7A-8C02-BB9B6180B05D}"/>
          </ac:spMkLst>
        </pc:spChg>
        <pc:spChg chg="add del mod">
          <ac:chgData name="Smith, David" userId="846a1c0a-3ddd-4f2e-a4ac-5d295891fe61" providerId="ADAL" clId="{DCEB6AFB-84CF-4592-8FAB-79E8761D8FE5}" dt="2026-03-25T14:20:57.787" v="24" actId="478"/>
          <ac:spMkLst>
            <pc:docMk/>
            <pc:sldMk cId="217901359" sldId="279"/>
            <ac:spMk id="18" creationId="{404EE650-B4E0-8A2A-75D5-8CFBCEA69C11}"/>
          </ac:spMkLst>
        </pc:spChg>
        <pc:cxnChg chg="add del mod">
          <ac:chgData name="Smith, David" userId="846a1c0a-3ddd-4f2e-a4ac-5d295891fe61" providerId="ADAL" clId="{DCEB6AFB-84CF-4592-8FAB-79E8761D8FE5}" dt="2026-03-25T14:20:57.787" v="24" actId="478"/>
          <ac:cxnSpMkLst>
            <pc:docMk/>
            <pc:sldMk cId="217901359" sldId="279"/>
            <ac:cxnSpMk id="16" creationId="{36B3C2B9-DA87-8E43-5B07-C06E69FD2C73}"/>
          </ac:cxnSpMkLst>
        </pc:cxnChg>
        <pc:cxnChg chg="add mod">
          <ac:chgData name="Smith, David" userId="846a1c0a-3ddd-4f2e-a4ac-5d295891fe61" providerId="ADAL" clId="{DCEB6AFB-84CF-4592-8FAB-79E8761D8FE5}" dt="2026-03-25T14:21:03.635" v="27" actId="14100"/>
          <ac:cxnSpMkLst>
            <pc:docMk/>
            <pc:sldMk cId="217901359" sldId="279"/>
            <ac:cxnSpMk id="19" creationId="{D36DBE44-6AAA-2A02-775D-368883A1AD93}"/>
          </ac:cxnSpMkLst>
        </pc:cxnChg>
        <pc:cxnChg chg="mod">
          <ac:chgData name="Smith, David" userId="846a1c0a-3ddd-4f2e-a4ac-5d295891fe61" providerId="ADAL" clId="{DCEB6AFB-84CF-4592-8FAB-79E8761D8FE5}" dt="2026-03-25T14:20:40.486" v="1" actId="1076"/>
          <ac:cxnSpMkLst>
            <pc:docMk/>
            <pc:sldMk cId="217901359" sldId="279"/>
            <ac:cxnSpMk id="22" creationId="{404C380A-DDE7-D356-ECDC-58B2E7B1FE12}"/>
          </ac:cxnSpMkLst>
        </pc:cxnChg>
      </pc:sldChg>
      <pc:sldChg chg="addSp delSp modSp new mod">
        <pc:chgData name="Smith, David" userId="846a1c0a-3ddd-4f2e-a4ac-5d295891fe61" providerId="ADAL" clId="{DCEB6AFB-84CF-4592-8FAB-79E8761D8FE5}" dt="2026-03-26T14:57:04.156" v="385"/>
        <pc:sldMkLst>
          <pc:docMk/>
          <pc:sldMk cId="3349510238" sldId="283"/>
        </pc:sldMkLst>
        <pc:spChg chg="mod">
          <ac:chgData name="Smith, David" userId="846a1c0a-3ddd-4f2e-a4ac-5d295891fe61" providerId="ADAL" clId="{DCEB6AFB-84CF-4592-8FAB-79E8761D8FE5}" dt="2026-03-26T14:51:52.821" v="355" actId="1076"/>
          <ac:spMkLst>
            <pc:docMk/>
            <pc:sldMk cId="3349510238" sldId="283"/>
            <ac:spMk id="2" creationId="{48D487B2-DF58-E69C-A2FB-8954A6684280}"/>
          </ac:spMkLst>
        </pc:spChg>
        <pc:spChg chg="del">
          <ac:chgData name="Smith, David" userId="846a1c0a-3ddd-4f2e-a4ac-5d295891fe61" providerId="ADAL" clId="{DCEB6AFB-84CF-4592-8FAB-79E8761D8FE5}" dt="2026-03-25T14:44:12.981" v="105" actId="478"/>
          <ac:spMkLst>
            <pc:docMk/>
            <pc:sldMk cId="3349510238" sldId="283"/>
            <ac:spMk id="3" creationId="{C8B1FB15-104A-F6FD-B371-9B0F94C6B7A1}"/>
          </ac:spMkLst>
        </pc:spChg>
        <pc:spChg chg="add del mod">
          <ac:chgData name="Smith, David" userId="846a1c0a-3ddd-4f2e-a4ac-5d295891fe61" providerId="ADAL" clId="{DCEB6AFB-84CF-4592-8FAB-79E8761D8FE5}" dt="2026-03-26T14:34:48.054" v="199" actId="478"/>
          <ac:spMkLst>
            <pc:docMk/>
            <pc:sldMk cId="3349510238" sldId="283"/>
            <ac:spMk id="4" creationId="{158C8F84-A920-A85E-013E-E0F7631FF891}"/>
          </ac:spMkLst>
        </pc:spChg>
        <pc:spChg chg="add mod">
          <ac:chgData name="Smith, David" userId="846a1c0a-3ddd-4f2e-a4ac-5d295891fe61" providerId="ADAL" clId="{DCEB6AFB-84CF-4592-8FAB-79E8761D8FE5}" dt="2026-03-26T14:50:12.429" v="283" actId="113"/>
          <ac:spMkLst>
            <pc:docMk/>
            <pc:sldMk cId="3349510238" sldId="283"/>
            <ac:spMk id="13" creationId="{DC7E06D6-2D2F-4911-861C-31CD24C87167}"/>
          </ac:spMkLst>
        </pc:spChg>
        <pc:spChg chg="add mod">
          <ac:chgData name="Smith, David" userId="846a1c0a-3ddd-4f2e-a4ac-5d295891fe61" providerId="ADAL" clId="{DCEB6AFB-84CF-4592-8FAB-79E8761D8FE5}" dt="2026-03-26T14:49:51.325" v="274" actId="571"/>
          <ac:spMkLst>
            <pc:docMk/>
            <pc:sldMk cId="3349510238" sldId="283"/>
            <ac:spMk id="15" creationId="{41A38231-8830-9DF3-4816-3B8FBD9AC87F}"/>
          </ac:spMkLst>
        </pc:spChg>
        <pc:spChg chg="add mod">
          <ac:chgData name="Smith, David" userId="846a1c0a-3ddd-4f2e-a4ac-5d295891fe61" providerId="ADAL" clId="{DCEB6AFB-84CF-4592-8FAB-79E8761D8FE5}" dt="2026-03-26T14:50:19.866" v="288" actId="20577"/>
          <ac:spMkLst>
            <pc:docMk/>
            <pc:sldMk cId="3349510238" sldId="283"/>
            <ac:spMk id="16" creationId="{1D54C6CE-592E-BA6B-B334-E45145208268}"/>
          </ac:spMkLst>
        </pc:spChg>
        <pc:spChg chg="add mod">
          <ac:chgData name="Smith, David" userId="846a1c0a-3ddd-4f2e-a4ac-5d295891fe61" providerId="ADAL" clId="{DCEB6AFB-84CF-4592-8FAB-79E8761D8FE5}" dt="2026-03-26T14:50:24.951" v="291" actId="20577"/>
          <ac:spMkLst>
            <pc:docMk/>
            <pc:sldMk cId="3349510238" sldId="283"/>
            <ac:spMk id="17" creationId="{33BB1AB3-703F-560D-0740-80FC459FEC33}"/>
          </ac:spMkLst>
        </pc:spChg>
        <pc:spChg chg="add mod">
          <ac:chgData name="Smith, David" userId="846a1c0a-3ddd-4f2e-a4ac-5d295891fe61" providerId="ADAL" clId="{DCEB6AFB-84CF-4592-8FAB-79E8761D8FE5}" dt="2026-03-26T14:50:58.206" v="297" actId="13822"/>
          <ac:spMkLst>
            <pc:docMk/>
            <pc:sldMk cId="3349510238" sldId="283"/>
            <ac:spMk id="18" creationId="{CB2B3208-D2B0-5F70-EBBD-A14D64F2C96F}"/>
          </ac:spMkLst>
        </pc:spChg>
        <pc:spChg chg="add mod">
          <ac:chgData name="Smith, David" userId="846a1c0a-3ddd-4f2e-a4ac-5d295891fe61" providerId="ADAL" clId="{DCEB6AFB-84CF-4592-8FAB-79E8761D8FE5}" dt="2026-03-26T14:51:24.727" v="336" actId="5793"/>
          <ac:spMkLst>
            <pc:docMk/>
            <pc:sldMk cId="3349510238" sldId="283"/>
            <ac:spMk id="19" creationId="{23E382CD-B103-D1A9-E4C7-A8456A7A965B}"/>
          </ac:spMkLst>
        </pc:spChg>
        <pc:spChg chg="add mod">
          <ac:chgData name="Smith, David" userId="846a1c0a-3ddd-4f2e-a4ac-5d295891fe61" providerId="ADAL" clId="{DCEB6AFB-84CF-4592-8FAB-79E8761D8FE5}" dt="2026-03-26T14:56:44.155" v="382" actId="1076"/>
          <ac:spMkLst>
            <pc:docMk/>
            <pc:sldMk cId="3349510238" sldId="283"/>
            <ac:spMk id="22" creationId="{0E9139A0-3FC9-711E-209F-CDFD84FCAE5E}"/>
          </ac:spMkLst>
        </pc:spChg>
        <pc:spChg chg="add mod">
          <ac:chgData name="Smith, David" userId="846a1c0a-3ddd-4f2e-a4ac-5d295891fe61" providerId="ADAL" clId="{DCEB6AFB-84CF-4592-8FAB-79E8761D8FE5}" dt="2026-03-26T14:57:04.156" v="385"/>
          <ac:spMkLst>
            <pc:docMk/>
            <pc:sldMk cId="3349510238" sldId="283"/>
            <ac:spMk id="23" creationId="{ADF90523-B065-DDD5-DE84-D0D9F01D034A}"/>
          </ac:spMkLst>
        </pc:spChg>
        <pc:picChg chg="add mod modCrop">
          <ac:chgData name="Smith, David" userId="846a1c0a-3ddd-4f2e-a4ac-5d295891fe61" providerId="ADAL" clId="{DCEB6AFB-84CF-4592-8FAB-79E8761D8FE5}" dt="2026-03-26T14:56:06.797" v="356" actId="1076"/>
          <ac:picMkLst>
            <pc:docMk/>
            <pc:sldMk cId="3349510238" sldId="283"/>
            <ac:picMk id="5" creationId="{C8E56093-BC36-6721-4B2F-EEDC63ED172E}"/>
          </ac:picMkLst>
        </pc:picChg>
        <pc:picChg chg="add mod modCrop">
          <ac:chgData name="Smith, David" userId="846a1c0a-3ddd-4f2e-a4ac-5d295891fe61" providerId="ADAL" clId="{DCEB6AFB-84CF-4592-8FAB-79E8761D8FE5}" dt="2026-03-26T14:49:20.116" v="252" actId="14100"/>
          <ac:picMkLst>
            <pc:docMk/>
            <pc:sldMk cId="3349510238" sldId="283"/>
            <ac:picMk id="7" creationId="{EBF5FFBD-1C02-0283-C23E-9D5E68ACA984}"/>
          </ac:picMkLst>
        </pc:picChg>
        <pc:picChg chg="add mod modCrop">
          <ac:chgData name="Smith, David" userId="846a1c0a-3ddd-4f2e-a4ac-5d295891fe61" providerId="ADAL" clId="{DCEB6AFB-84CF-4592-8FAB-79E8761D8FE5}" dt="2026-03-26T14:49:22.643" v="253" actId="1076"/>
          <ac:picMkLst>
            <pc:docMk/>
            <pc:sldMk cId="3349510238" sldId="283"/>
            <ac:picMk id="9" creationId="{EDD60481-0DD7-6CA0-B7A9-E85B6B6AB64B}"/>
          </ac:picMkLst>
        </pc:picChg>
        <pc:picChg chg="add mod modCrop">
          <ac:chgData name="Smith, David" userId="846a1c0a-3ddd-4f2e-a4ac-5d295891fe61" providerId="ADAL" clId="{DCEB6AFB-84CF-4592-8FAB-79E8761D8FE5}" dt="2026-03-26T14:49:23.749" v="254" actId="1076"/>
          <ac:picMkLst>
            <pc:docMk/>
            <pc:sldMk cId="3349510238" sldId="283"/>
            <ac:picMk id="11" creationId="{9C106F3D-6A92-BC12-6C3F-161DBEE9D54C}"/>
          </ac:picMkLst>
        </pc:picChg>
        <pc:picChg chg="add mod modCrop">
          <ac:chgData name="Smith, David" userId="846a1c0a-3ddd-4f2e-a4ac-5d295891fe61" providerId="ADAL" clId="{DCEB6AFB-84CF-4592-8FAB-79E8761D8FE5}" dt="2026-03-26T14:56:06.797" v="356" actId="1076"/>
          <ac:picMkLst>
            <pc:docMk/>
            <pc:sldMk cId="3349510238" sldId="283"/>
            <ac:picMk id="12" creationId="{DF350B79-3C9B-4BE1-FA7A-5428016D14BB}"/>
          </ac:picMkLst>
        </pc:picChg>
        <pc:picChg chg="add mod">
          <ac:chgData name="Smith, David" userId="846a1c0a-3ddd-4f2e-a4ac-5d295891fe61" providerId="ADAL" clId="{DCEB6AFB-84CF-4592-8FAB-79E8761D8FE5}" dt="2026-03-26T14:49:51.325" v="274" actId="571"/>
          <ac:picMkLst>
            <pc:docMk/>
            <pc:sldMk cId="3349510238" sldId="283"/>
            <ac:picMk id="14" creationId="{183FE263-45CE-5D0A-338C-50DA6B22B3B7}"/>
          </ac:picMkLst>
        </pc:picChg>
        <pc:cxnChg chg="add mod">
          <ac:chgData name="Smith, David" userId="846a1c0a-3ddd-4f2e-a4ac-5d295891fe61" providerId="ADAL" clId="{DCEB6AFB-84CF-4592-8FAB-79E8761D8FE5}" dt="2026-03-26T14:56:20.349" v="359" actId="1582"/>
          <ac:cxnSpMkLst>
            <pc:docMk/>
            <pc:sldMk cId="3349510238" sldId="283"/>
            <ac:cxnSpMk id="21" creationId="{5150A5BA-8600-15F7-35CB-A99DA935E211}"/>
          </ac:cxnSpMkLst>
        </pc:cxnChg>
      </pc:sldChg>
      <pc:sldChg chg="modSp new mod">
        <pc:chgData name="Smith, David" userId="846a1c0a-3ddd-4f2e-a4ac-5d295891fe61" providerId="ADAL" clId="{DCEB6AFB-84CF-4592-8FAB-79E8761D8FE5}" dt="2026-03-25T15:24:37.799" v="135" actId="5793"/>
        <pc:sldMkLst>
          <pc:docMk/>
          <pc:sldMk cId="1998050599" sldId="284"/>
        </pc:sldMkLst>
        <pc:spChg chg="mod">
          <ac:chgData name="Smith, David" userId="846a1c0a-3ddd-4f2e-a4ac-5d295891fe61" providerId="ADAL" clId="{DCEB6AFB-84CF-4592-8FAB-79E8761D8FE5}" dt="2026-03-25T15:24:37.799" v="135" actId="5793"/>
          <ac:spMkLst>
            <pc:docMk/>
            <pc:sldMk cId="1998050599" sldId="284"/>
            <ac:spMk id="3" creationId="{F323E294-81F5-2F8B-B172-5CE60CE1CBA6}"/>
          </ac:spMkLst>
        </pc:spChg>
      </pc:sldChg>
      <pc:sldChg chg="addSp delSp modSp new del mod">
        <pc:chgData name="Smith, David" userId="846a1c0a-3ddd-4f2e-a4ac-5d295891fe61" providerId="ADAL" clId="{DCEB6AFB-84CF-4592-8FAB-79E8761D8FE5}" dt="2026-03-26T15:03:37.585" v="743" actId="47"/>
        <pc:sldMkLst>
          <pc:docMk/>
          <pc:sldMk cId="1630289860" sldId="285"/>
        </pc:sldMkLst>
        <pc:spChg chg="del">
          <ac:chgData name="Smith, David" userId="846a1c0a-3ddd-4f2e-a4ac-5d295891fe61" providerId="ADAL" clId="{DCEB6AFB-84CF-4592-8FAB-79E8761D8FE5}" dt="2026-03-25T15:25:03.329" v="156" actId="478"/>
          <ac:spMkLst>
            <pc:docMk/>
            <pc:sldMk cId="1630289860" sldId="285"/>
            <ac:spMk id="2" creationId="{00CDCFC3-6E71-7031-3600-75657D0E30C7}"/>
          </ac:spMkLst>
        </pc:spChg>
        <pc:spChg chg="mod">
          <ac:chgData name="Smith, David" userId="846a1c0a-3ddd-4f2e-a4ac-5d295891fe61" providerId="ADAL" clId="{DCEB6AFB-84CF-4592-8FAB-79E8761D8FE5}" dt="2026-03-25T15:25:10.227" v="189" actId="20577"/>
          <ac:spMkLst>
            <pc:docMk/>
            <pc:sldMk cId="1630289860" sldId="285"/>
            <ac:spMk id="3" creationId="{B90BF1B6-E592-EA22-29AD-CCAF5331F68A}"/>
          </ac:spMkLst>
        </pc:spChg>
        <pc:spChg chg="add mod">
          <ac:chgData name="Smith, David" userId="846a1c0a-3ddd-4f2e-a4ac-5d295891fe61" providerId="ADAL" clId="{DCEB6AFB-84CF-4592-8FAB-79E8761D8FE5}" dt="2026-03-25T15:25:03.657" v="157"/>
          <ac:spMkLst>
            <pc:docMk/>
            <pc:sldMk cId="1630289860" sldId="285"/>
            <ac:spMk id="4" creationId="{8CEB4F0F-4D75-F30B-B57B-D23A060C45CC}"/>
          </ac:spMkLst>
        </pc:spChg>
      </pc:sldChg>
      <pc:sldChg chg="modSp new del mod">
        <pc:chgData name="Smith, David" userId="846a1c0a-3ddd-4f2e-a4ac-5d295891fe61" providerId="ADAL" clId="{DCEB6AFB-84CF-4592-8FAB-79E8761D8FE5}" dt="2026-03-26T15:03:40.319" v="744" actId="47"/>
        <pc:sldMkLst>
          <pc:docMk/>
          <pc:sldMk cId="4167930467" sldId="286"/>
        </pc:sldMkLst>
        <pc:spChg chg="mod">
          <ac:chgData name="Smith, David" userId="846a1c0a-3ddd-4f2e-a4ac-5d295891fe61" providerId="ADAL" clId="{DCEB6AFB-84CF-4592-8FAB-79E8761D8FE5}" dt="2026-03-25T15:25:15.846" v="198" actId="20577"/>
          <ac:spMkLst>
            <pc:docMk/>
            <pc:sldMk cId="4167930467" sldId="286"/>
            <ac:spMk id="2" creationId="{086F510B-50D9-9215-D5FE-627D08A6541C}"/>
          </ac:spMkLst>
        </pc:spChg>
      </pc:sldChg>
      <pc:sldChg chg="addSp modSp new mod">
        <pc:chgData name="Smith, David" userId="846a1c0a-3ddd-4f2e-a4ac-5d295891fe61" providerId="ADAL" clId="{DCEB6AFB-84CF-4592-8FAB-79E8761D8FE5}" dt="2026-03-26T15:02:30.825" v="734" actId="20577"/>
        <pc:sldMkLst>
          <pc:docMk/>
          <pc:sldMk cId="4129958699" sldId="287"/>
        </pc:sldMkLst>
        <pc:spChg chg="mod">
          <ac:chgData name="Smith, David" userId="846a1c0a-3ddd-4f2e-a4ac-5d295891fe61" providerId="ADAL" clId="{DCEB6AFB-84CF-4592-8FAB-79E8761D8FE5}" dt="2026-03-26T14:57:56.374" v="408" actId="6549"/>
          <ac:spMkLst>
            <pc:docMk/>
            <pc:sldMk cId="4129958699" sldId="287"/>
            <ac:spMk id="2" creationId="{BF360734-D3FD-D722-BE01-D37CAB7F26EB}"/>
          </ac:spMkLst>
        </pc:spChg>
        <pc:spChg chg="mod">
          <ac:chgData name="Smith, David" userId="846a1c0a-3ddd-4f2e-a4ac-5d295891fe61" providerId="ADAL" clId="{DCEB6AFB-84CF-4592-8FAB-79E8761D8FE5}" dt="2026-03-26T15:02:30.825" v="734" actId="20577"/>
          <ac:spMkLst>
            <pc:docMk/>
            <pc:sldMk cId="4129958699" sldId="287"/>
            <ac:spMk id="3" creationId="{A08CAD3E-8C8B-D8AB-7368-7E5DBC61A456}"/>
          </ac:spMkLst>
        </pc:spChg>
        <pc:spChg chg="add mod">
          <ac:chgData name="Smith, David" userId="846a1c0a-3ddd-4f2e-a4ac-5d295891fe61" providerId="ADAL" clId="{DCEB6AFB-84CF-4592-8FAB-79E8761D8FE5}" dt="2026-03-26T15:01:27.283" v="639"/>
          <ac:spMkLst>
            <pc:docMk/>
            <pc:sldMk cId="4129958699" sldId="287"/>
            <ac:spMk id="4" creationId="{10DF50A5-06AA-3837-B49F-5B63B08A2A6F}"/>
          </ac:spMkLst>
        </pc:spChg>
      </pc:sldChg>
      <pc:sldChg chg="delSp modSp new del mod">
        <pc:chgData name="Smith, David" userId="846a1c0a-3ddd-4f2e-a4ac-5d295891fe61" providerId="ADAL" clId="{DCEB6AFB-84CF-4592-8FAB-79E8761D8FE5}" dt="2026-03-26T15:06:05.475" v="788" actId="47"/>
        <pc:sldMkLst>
          <pc:docMk/>
          <pc:sldMk cId="2079370564" sldId="288"/>
        </pc:sldMkLst>
        <pc:spChg chg="mod">
          <ac:chgData name="Smith, David" userId="846a1c0a-3ddd-4f2e-a4ac-5d295891fe61" providerId="ADAL" clId="{DCEB6AFB-84CF-4592-8FAB-79E8761D8FE5}" dt="2026-03-26T15:05:59.180" v="786" actId="27636"/>
          <ac:spMkLst>
            <pc:docMk/>
            <pc:sldMk cId="2079370564" sldId="288"/>
            <ac:spMk id="2" creationId="{656EC5FF-2D01-EB29-0DCC-5E984787305C}"/>
          </ac:spMkLst>
        </pc:spChg>
        <pc:spChg chg="del">
          <ac:chgData name="Smith, David" userId="846a1c0a-3ddd-4f2e-a4ac-5d295891fe61" providerId="ADAL" clId="{DCEB6AFB-84CF-4592-8FAB-79E8761D8FE5}" dt="2026-03-26T15:06:01.084" v="787" actId="478"/>
          <ac:spMkLst>
            <pc:docMk/>
            <pc:sldMk cId="2079370564" sldId="288"/>
            <ac:spMk id="3" creationId="{DF449476-D272-FEB8-1A87-9EA4E4441FDE}"/>
          </ac:spMkLst>
        </pc:spChg>
      </pc:sldChg>
      <pc:sldChg chg="addSp delSp modSp new mod">
        <pc:chgData name="Smith, David" userId="846a1c0a-3ddd-4f2e-a4ac-5d295891fe61" providerId="ADAL" clId="{DCEB6AFB-84CF-4592-8FAB-79E8761D8FE5}" dt="2026-03-26T15:27:41.157" v="1129" actId="1076"/>
        <pc:sldMkLst>
          <pc:docMk/>
          <pc:sldMk cId="3412298224" sldId="288"/>
        </pc:sldMkLst>
        <pc:spChg chg="mod">
          <ac:chgData name="Smith, David" userId="846a1c0a-3ddd-4f2e-a4ac-5d295891fe61" providerId="ADAL" clId="{DCEB6AFB-84CF-4592-8FAB-79E8761D8FE5}" dt="2026-03-26T15:12:17.397" v="841" actId="14100"/>
          <ac:spMkLst>
            <pc:docMk/>
            <pc:sldMk cId="3412298224" sldId="288"/>
            <ac:spMk id="2" creationId="{A436D817-9C00-C504-84DD-1C54A8BF47D2}"/>
          </ac:spMkLst>
        </pc:spChg>
        <pc:spChg chg="del">
          <ac:chgData name="Smith, David" userId="846a1c0a-3ddd-4f2e-a4ac-5d295891fe61" providerId="ADAL" clId="{DCEB6AFB-84CF-4592-8FAB-79E8761D8FE5}" dt="2026-03-26T15:11:47.801" v="805" actId="478"/>
          <ac:spMkLst>
            <pc:docMk/>
            <pc:sldMk cId="3412298224" sldId="288"/>
            <ac:spMk id="3" creationId="{D95F105D-3618-0B03-E4F2-E282F64F1AB0}"/>
          </ac:spMkLst>
        </pc:spChg>
        <pc:spChg chg="add mod">
          <ac:chgData name="Smith, David" userId="846a1c0a-3ddd-4f2e-a4ac-5d295891fe61" providerId="ADAL" clId="{DCEB6AFB-84CF-4592-8FAB-79E8761D8FE5}" dt="2026-03-26T15:25:18.055" v="1094" actId="1076"/>
          <ac:spMkLst>
            <pc:docMk/>
            <pc:sldMk cId="3412298224" sldId="288"/>
            <ac:spMk id="9" creationId="{2AE139F7-DE0A-5F18-95CF-E910B927A715}"/>
          </ac:spMkLst>
        </pc:spChg>
        <pc:spChg chg="add mod">
          <ac:chgData name="Smith, David" userId="846a1c0a-3ddd-4f2e-a4ac-5d295891fe61" providerId="ADAL" clId="{DCEB6AFB-84CF-4592-8FAB-79E8761D8FE5}" dt="2026-03-26T15:25:44.615" v="1103" actId="1076"/>
          <ac:spMkLst>
            <pc:docMk/>
            <pc:sldMk cId="3412298224" sldId="288"/>
            <ac:spMk id="16" creationId="{1B87946E-2C4B-341E-E3DC-CAE907358BEC}"/>
          </ac:spMkLst>
        </pc:spChg>
        <pc:spChg chg="add mod">
          <ac:chgData name="Smith, David" userId="846a1c0a-3ddd-4f2e-a4ac-5d295891fe61" providerId="ADAL" clId="{DCEB6AFB-84CF-4592-8FAB-79E8761D8FE5}" dt="2026-03-26T15:26:29.284" v="1121" actId="1076"/>
          <ac:spMkLst>
            <pc:docMk/>
            <pc:sldMk cId="3412298224" sldId="288"/>
            <ac:spMk id="20" creationId="{AC70DD05-F9FF-9791-32A4-1A9A31DABF59}"/>
          </ac:spMkLst>
        </pc:spChg>
        <pc:spChg chg="add mod">
          <ac:chgData name="Smith, David" userId="846a1c0a-3ddd-4f2e-a4ac-5d295891fe61" providerId="ADAL" clId="{DCEB6AFB-84CF-4592-8FAB-79E8761D8FE5}" dt="2026-03-26T15:18:58.795" v="958"/>
          <ac:spMkLst>
            <pc:docMk/>
            <pc:sldMk cId="3412298224" sldId="288"/>
            <ac:spMk id="21" creationId="{99B604DA-42AC-EC18-FAF8-BE390DBE31CC}"/>
          </ac:spMkLst>
        </pc:spChg>
        <pc:spChg chg="add mod">
          <ac:chgData name="Smith, David" userId="846a1c0a-3ddd-4f2e-a4ac-5d295891fe61" providerId="ADAL" clId="{DCEB6AFB-84CF-4592-8FAB-79E8761D8FE5}" dt="2026-03-26T15:26:12.709" v="1117" actId="122"/>
          <ac:spMkLst>
            <pc:docMk/>
            <pc:sldMk cId="3412298224" sldId="288"/>
            <ac:spMk id="36" creationId="{7D740BF8-E95E-4407-3288-E2DE9170AE56}"/>
          </ac:spMkLst>
        </pc:spChg>
        <pc:spChg chg="add del">
          <ac:chgData name="Smith, David" userId="846a1c0a-3ddd-4f2e-a4ac-5d295891fe61" providerId="ADAL" clId="{DCEB6AFB-84CF-4592-8FAB-79E8761D8FE5}" dt="2026-03-26T15:27:11.955" v="1124" actId="478"/>
          <ac:spMkLst>
            <pc:docMk/>
            <pc:sldMk cId="3412298224" sldId="288"/>
            <ac:spMk id="41" creationId="{F06B8B42-52D1-615D-71A5-1AAE583D12B8}"/>
          </ac:spMkLst>
        </pc:spChg>
        <pc:picChg chg="add del mod modCrop">
          <ac:chgData name="Smith, David" userId="846a1c0a-3ddd-4f2e-a4ac-5d295891fe61" providerId="ADAL" clId="{DCEB6AFB-84CF-4592-8FAB-79E8761D8FE5}" dt="2026-03-26T15:24:45.464" v="1084" actId="478"/>
          <ac:picMkLst>
            <pc:docMk/>
            <pc:sldMk cId="3412298224" sldId="288"/>
            <ac:picMk id="5" creationId="{FF16E9D9-F9B5-0349-9420-68E2BDEBF1D5}"/>
          </ac:picMkLst>
        </pc:picChg>
        <pc:picChg chg="add del mod">
          <ac:chgData name="Smith, David" userId="846a1c0a-3ddd-4f2e-a4ac-5d295891fe61" providerId="ADAL" clId="{DCEB6AFB-84CF-4592-8FAB-79E8761D8FE5}" dt="2026-03-26T15:23:10.594" v="1083" actId="478"/>
          <ac:picMkLst>
            <pc:docMk/>
            <pc:sldMk cId="3412298224" sldId="288"/>
            <ac:picMk id="23" creationId="{759483EF-4655-20FB-EBC9-140574F7C592}"/>
          </ac:picMkLst>
        </pc:picChg>
        <pc:picChg chg="add mod ord">
          <ac:chgData name="Smith, David" userId="846a1c0a-3ddd-4f2e-a4ac-5d295891fe61" providerId="ADAL" clId="{DCEB6AFB-84CF-4592-8FAB-79E8761D8FE5}" dt="2026-03-26T15:25:07.980" v="1092" actId="167"/>
          <ac:picMkLst>
            <pc:docMk/>
            <pc:sldMk cId="3412298224" sldId="288"/>
            <ac:picMk id="25" creationId="{D4AC2B79-C4DF-A524-E7FE-D899CF8F90D4}"/>
          </ac:picMkLst>
        </pc:picChg>
        <pc:picChg chg="add mod">
          <ac:chgData name="Smith, David" userId="846a1c0a-3ddd-4f2e-a4ac-5d295891fe61" providerId="ADAL" clId="{DCEB6AFB-84CF-4592-8FAB-79E8761D8FE5}" dt="2026-03-26T15:27:41.157" v="1129" actId="1076"/>
          <ac:picMkLst>
            <pc:docMk/>
            <pc:sldMk cId="3412298224" sldId="288"/>
            <ac:picMk id="43" creationId="{D8B9E314-9EE1-9D2E-88EC-F846899B3D33}"/>
          </ac:picMkLst>
        </pc:picChg>
        <pc:cxnChg chg="add mod">
          <ac:chgData name="Smith, David" userId="846a1c0a-3ddd-4f2e-a4ac-5d295891fe61" providerId="ADAL" clId="{DCEB6AFB-84CF-4592-8FAB-79E8761D8FE5}" dt="2026-03-26T15:25:22.841" v="1096" actId="14100"/>
          <ac:cxnSpMkLst>
            <pc:docMk/>
            <pc:sldMk cId="3412298224" sldId="288"/>
            <ac:cxnSpMk id="7" creationId="{6F41C210-587E-8153-CCEF-3A52318B1FDC}"/>
          </ac:cxnSpMkLst>
        </pc:cxnChg>
        <pc:cxnChg chg="add mod">
          <ac:chgData name="Smith, David" userId="846a1c0a-3ddd-4f2e-a4ac-5d295891fe61" providerId="ADAL" clId="{DCEB6AFB-84CF-4592-8FAB-79E8761D8FE5}" dt="2026-03-26T15:25:50.776" v="1105" actId="14100"/>
          <ac:cxnSpMkLst>
            <pc:docMk/>
            <pc:sldMk cId="3412298224" sldId="288"/>
            <ac:cxnSpMk id="10" creationId="{9F5EBE48-F065-1F78-51E9-3190F676464B}"/>
          </ac:cxnSpMkLst>
        </pc:cxnChg>
        <pc:cxnChg chg="add mod">
          <ac:chgData name="Smith, David" userId="846a1c0a-3ddd-4f2e-a4ac-5d295891fe61" providerId="ADAL" clId="{DCEB6AFB-84CF-4592-8FAB-79E8761D8FE5}" dt="2026-03-26T15:25:48.584" v="1104" actId="14100"/>
          <ac:cxnSpMkLst>
            <pc:docMk/>
            <pc:sldMk cId="3412298224" sldId="288"/>
            <ac:cxnSpMk id="12" creationId="{8292E8C7-443B-7A51-006A-A1174D747B6B}"/>
          </ac:cxnSpMkLst>
        </pc:cxnChg>
        <pc:cxnChg chg="add mod">
          <ac:chgData name="Smith, David" userId="846a1c0a-3ddd-4f2e-a4ac-5d295891fe61" providerId="ADAL" clId="{DCEB6AFB-84CF-4592-8FAB-79E8761D8FE5}" dt="2026-03-26T15:26:31.405" v="1122" actId="14100"/>
          <ac:cxnSpMkLst>
            <pc:docMk/>
            <pc:sldMk cId="3412298224" sldId="288"/>
            <ac:cxnSpMk id="19" creationId="{E9E1EA6C-DFB2-1382-18E6-02B103B2EAD6}"/>
          </ac:cxnSpMkLst>
        </pc:cxnChg>
        <pc:cxnChg chg="add mod">
          <ac:chgData name="Smith, David" userId="846a1c0a-3ddd-4f2e-a4ac-5d295891fe61" providerId="ADAL" clId="{DCEB6AFB-84CF-4592-8FAB-79E8761D8FE5}" dt="2026-03-26T15:26:08.230" v="1116" actId="14100"/>
          <ac:cxnSpMkLst>
            <pc:docMk/>
            <pc:sldMk cId="3412298224" sldId="288"/>
            <ac:cxnSpMk id="35" creationId="{FBC3552D-BE27-FBC5-B185-645E3CCD00DA}"/>
          </ac:cxnSpMkLst>
        </pc:cxnChg>
      </pc:sldChg>
      <pc:sldChg chg="addSp delSp modSp new mod">
        <pc:chgData name="Smith, David" userId="846a1c0a-3ddd-4f2e-a4ac-5d295891fe61" providerId="ADAL" clId="{DCEB6AFB-84CF-4592-8FAB-79E8761D8FE5}" dt="2026-03-26T15:46:54.906" v="1317" actId="1036"/>
        <pc:sldMkLst>
          <pc:docMk/>
          <pc:sldMk cId="4079118272" sldId="289"/>
        </pc:sldMkLst>
        <pc:spChg chg="mod">
          <ac:chgData name="Smith, David" userId="846a1c0a-3ddd-4f2e-a4ac-5d295891fe61" providerId="ADAL" clId="{DCEB6AFB-84CF-4592-8FAB-79E8761D8FE5}" dt="2026-03-26T15:34:21.838" v="1150" actId="20577"/>
          <ac:spMkLst>
            <pc:docMk/>
            <pc:sldMk cId="4079118272" sldId="289"/>
            <ac:spMk id="2" creationId="{D005C563-390B-4C77-D57D-E2CF8AA8B8FC}"/>
          </ac:spMkLst>
        </pc:spChg>
        <pc:spChg chg="del">
          <ac:chgData name="Smith, David" userId="846a1c0a-3ddd-4f2e-a4ac-5d295891fe61" providerId="ADAL" clId="{DCEB6AFB-84CF-4592-8FAB-79E8761D8FE5}" dt="2026-03-26T15:17:38.966" v="910" actId="478"/>
          <ac:spMkLst>
            <pc:docMk/>
            <pc:sldMk cId="4079118272" sldId="289"/>
            <ac:spMk id="3" creationId="{51EE71E9-B7E5-012D-6F02-23A136FB3934}"/>
          </ac:spMkLst>
        </pc:spChg>
        <pc:spChg chg="add mod">
          <ac:chgData name="Smith, David" userId="846a1c0a-3ddd-4f2e-a4ac-5d295891fe61" providerId="ADAL" clId="{DCEB6AFB-84CF-4592-8FAB-79E8761D8FE5}" dt="2026-03-26T15:19:06.439" v="961"/>
          <ac:spMkLst>
            <pc:docMk/>
            <pc:sldMk cId="4079118272" sldId="289"/>
            <ac:spMk id="4" creationId="{2B6738F3-A7F4-C8C3-D190-40FFECE8AB9E}"/>
          </ac:spMkLst>
        </pc:spChg>
        <pc:spChg chg="add mod">
          <ac:chgData name="Smith, David" userId="846a1c0a-3ddd-4f2e-a4ac-5d295891fe61" providerId="ADAL" clId="{DCEB6AFB-84CF-4592-8FAB-79E8761D8FE5}" dt="2026-03-26T15:46:54.906" v="1317" actId="1036"/>
          <ac:spMkLst>
            <pc:docMk/>
            <pc:sldMk cId="4079118272" sldId="289"/>
            <ac:spMk id="7" creationId="{92291256-F08D-D0D7-FAF4-EB83368FF62A}"/>
          </ac:spMkLst>
        </pc:spChg>
        <pc:spChg chg="add mod">
          <ac:chgData name="Smith, David" userId="846a1c0a-3ddd-4f2e-a4ac-5d295891fe61" providerId="ADAL" clId="{DCEB6AFB-84CF-4592-8FAB-79E8761D8FE5}" dt="2026-03-26T15:39:16.236" v="1218" actId="1076"/>
          <ac:spMkLst>
            <pc:docMk/>
            <pc:sldMk cId="4079118272" sldId="289"/>
            <ac:spMk id="10" creationId="{D2900EB1-8E85-9E72-D580-F2FB36A49D7B}"/>
          </ac:spMkLst>
        </pc:spChg>
        <pc:picChg chg="add mod">
          <ac:chgData name="Smith, David" userId="846a1c0a-3ddd-4f2e-a4ac-5d295891fe61" providerId="ADAL" clId="{DCEB6AFB-84CF-4592-8FAB-79E8761D8FE5}" dt="2026-03-26T15:46:54.906" v="1317" actId="1036"/>
          <ac:picMkLst>
            <pc:docMk/>
            <pc:sldMk cId="4079118272" sldId="289"/>
            <ac:picMk id="6" creationId="{97DADEEE-02DF-998D-FFFF-9AA1DEC265C4}"/>
          </ac:picMkLst>
        </pc:picChg>
        <pc:picChg chg="add mod">
          <ac:chgData name="Smith, David" userId="846a1c0a-3ddd-4f2e-a4ac-5d295891fe61" providerId="ADAL" clId="{DCEB6AFB-84CF-4592-8FAB-79E8761D8FE5}" dt="2026-03-26T15:39:05.071" v="1198" actId="1076"/>
          <ac:picMkLst>
            <pc:docMk/>
            <pc:sldMk cId="4079118272" sldId="289"/>
            <ac:picMk id="9" creationId="{2D06FFDE-64E9-E654-AE43-59971DF4BD81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3-26T15:19:03.331" v="960" actId="1076"/>
        <pc:sldMkLst>
          <pc:docMk/>
          <pc:sldMk cId="742029389" sldId="290"/>
        </pc:sldMkLst>
        <pc:spChg chg="mod">
          <ac:chgData name="Smith, David" userId="846a1c0a-3ddd-4f2e-a4ac-5d295891fe61" providerId="ADAL" clId="{DCEB6AFB-84CF-4592-8FAB-79E8761D8FE5}" dt="2026-03-26T15:18:53.237" v="957" actId="1076"/>
          <ac:spMkLst>
            <pc:docMk/>
            <pc:sldMk cId="742029389" sldId="290"/>
            <ac:spMk id="2" creationId="{63964222-60F2-226F-177C-A6F52049EE64}"/>
          </ac:spMkLst>
        </pc:spChg>
        <pc:spChg chg="del">
          <ac:chgData name="Smith, David" userId="846a1c0a-3ddd-4f2e-a4ac-5d295891fe61" providerId="ADAL" clId="{DCEB6AFB-84CF-4592-8FAB-79E8761D8FE5}" dt="2026-03-26T15:18:18.409" v="941" actId="478"/>
          <ac:spMkLst>
            <pc:docMk/>
            <pc:sldMk cId="742029389" sldId="290"/>
            <ac:spMk id="3" creationId="{F06289A3-04DE-ABC2-8CBB-9D8300BF90F7}"/>
          </ac:spMkLst>
        </pc:spChg>
        <pc:spChg chg="add mod">
          <ac:chgData name="Smith, David" userId="846a1c0a-3ddd-4f2e-a4ac-5d295891fe61" providerId="ADAL" clId="{DCEB6AFB-84CF-4592-8FAB-79E8761D8FE5}" dt="2026-03-26T15:19:00.199" v="959"/>
          <ac:spMkLst>
            <pc:docMk/>
            <pc:sldMk cId="742029389" sldId="290"/>
            <ac:spMk id="6" creationId="{AFDC7908-41E5-A63F-348A-5224DC7AB88B}"/>
          </ac:spMkLst>
        </pc:spChg>
        <pc:picChg chg="add mod">
          <ac:chgData name="Smith, David" userId="846a1c0a-3ddd-4f2e-a4ac-5d295891fe61" providerId="ADAL" clId="{DCEB6AFB-84CF-4592-8FAB-79E8761D8FE5}" dt="2026-03-26T15:19:03.331" v="960" actId="1076"/>
          <ac:picMkLst>
            <pc:docMk/>
            <pc:sldMk cId="742029389" sldId="290"/>
            <ac:picMk id="5" creationId="{A1104C47-A4EA-CE4F-67D2-DAB233C983D5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3-26T15:46:39.675" v="1286" actId="20577"/>
        <pc:sldMkLst>
          <pc:docMk/>
          <pc:sldMk cId="3672175511" sldId="291"/>
        </pc:sldMkLst>
        <pc:spChg chg="del">
          <ac:chgData name="Smith, David" userId="846a1c0a-3ddd-4f2e-a4ac-5d295891fe61" providerId="ADAL" clId="{DCEB6AFB-84CF-4592-8FAB-79E8761D8FE5}" dt="2026-03-26T15:41:36.299" v="1225" actId="478"/>
          <ac:spMkLst>
            <pc:docMk/>
            <pc:sldMk cId="3672175511" sldId="291"/>
            <ac:spMk id="2" creationId="{6CD43231-FA4E-7B81-F318-766715ADFC2D}"/>
          </ac:spMkLst>
        </pc:spChg>
        <pc:spChg chg="del">
          <ac:chgData name="Smith, David" userId="846a1c0a-3ddd-4f2e-a4ac-5d295891fe61" providerId="ADAL" clId="{DCEB6AFB-84CF-4592-8FAB-79E8761D8FE5}" dt="2026-03-26T15:41:18.976" v="1220" actId="478"/>
          <ac:spMkLst>
            <pc:docMk/>
            <pc:sldMk cId="3672175511" sldId="291"/>
            <ac:spMk id="3" creationId="{EDF297EF-11FE-9CC9-A013-F36FA4329C03}"/>
          </ac:spMkLst>
        </pc:spChg>
        <pc:spChg chg="add mod">
          <ac:chgData name="Smith, David" userId="846a1c0a-3ddd-4f2e-a4ac-5d295891fe61" providerId="ADAL" clId="{DCEB6AFB-84CF-4592-8FAB-79E8761D8FE5}" dt="2026-03-26T15:41:39.467" v="1228" actId="1076"/>
          <ac:spMkLst>
            <pc:docMk/>
            <pc:sldMk cId="3672175511" sldId="291"/>
            <ac:spMk id="6" creationId="{7F761A8A-680D-4BCA-F666-03003BB5679E}"/>
          </ac:spMkLst>
        </pc:spChg>
        <pc:spChg chg="add mod">
          <ac:chgData name="Smith, David" userId="846a1c0a-3ddd-4f2e-a4ac-5d295891fe61" providerId="ADAL" clId="{DCEB6AFB-84CF-4592-8FAB-79E8761D8FE5}" dt="2026-03-26T15:42:02.126" v="1250" actId="313"/>
          <ac:spMkLst>
            <pc:docMk/>
            <pc:sldMk cId="3672175511" sldId="291"/>
            <ac:spMk id="7" creationId="{0AF71318-88B9-F863-D286-83877A2AAF50}"/>
          </ac:spMkLst>
        </pc:spChg>
        <pc:spChg chg="add mod">
          <ac:chgData name="Smith, David" userId="846a1c0a-3ddd-4f2e-a4ac-5d295891fe61" providerId="ADAL" clId="{DCEB6AFB-84CF-4592-8FAB-79E8761D8FE5}" dt="2026-03-26T15:41:55.514" v="1249"/>
          <ac:spMkLst>
            <pc:docMk/>
            <pc:sldMk cId="3672175511" sldId="291"/>
            <ac:spMk id="8" creationId="{842A87B1-8795-B7D1-78A7-E115F678EE12}"/>
          </ac:spMkLst>
        </pc:spChg>
        <pc:spChg chg="add mod">
          <ac:chgData name="Smith, David" userId="846a1c0a-3ddd-4f2e-a4ac-5d295891fe61" providerId="ADAL" clId="{DCEB6AFB-84CF-4592-8FAB-79E8761D8FE5}" dt="2026-03-26T15:46:39.675" v="1286" actId="20577"/>
          <ac:spMkLst>
            <pc:docMk/>
            <pc:sldMk cId="3672175511" sldId="291"/>
            <ac:spMk id="13" creationId="{7CCC108E-5658-A336-C62E-3655F1D1232C}"/>
          </ac:spMkLst>
        </pc:spChg>
        <pc:picChg chg="add mod">
          <ac:chgData name="Smith, David" userId="846a1c0a-3ddd-4f2e-a4ac-5d295891fe61" providerId="ADAL" clId="{DCEB6AFB-84CF-4592-8FAB-79E8761D8FE5}" dt="2026-03-26T15:41:25.189" v="1224" actId="14100"/>
          <ac:picMkLst>
            <pc:docMk/>
            <pc:sldMk cId="3672175511" sldId="291"/>
            <ac:picMk id="5" creationId="{C0332502-D8CE-EA74-4A03-A9411912CE6C}"/>
          </ac:picMkLst>
        </pc:picChg>
        <pc:picChg chg="add mod">
          <ac:chgData name="Smith, David" userId="846a1c0a-3ddd-4f2e-a4ac-5d295891fe61" providerId="ADAL" clId="{DCEB6AFB-84CF-4592-8FAB-79E8761D8FE5}" dt="2026-03-26T15:46:22.628" v="1263" actId="1076"/>
          <ac:picMkLst>
            <pc:docMk/>
            <pc:sldMk cId="3672175511" sldId="291"/>
            <ac:picMk id="10" creationId="{2ADF0140-DC53-91F0-58ED-41B539A141DD}"/>
          </ac:picMkLst>
        </pc:picChg>
        <pc:picChg chg="add mod">
          <ac:chgData name="Smith, David" userId="846a1c0a-3ddd-4f2e-a4ac-5d295891fe61" providerId="ADAL" clId="{DCEB6AFB-84CF-4592-8FAB-79E8761D8FE5}" dt="2026-03-26T15:46:22.628" v="1263" actId="1076"/>
          <ac:picMkLst>
            <pc:docMk/>
            <pc:sldMk cId="3672175511" sldId="291"/>
            <ac:picMk id="12" creationId="{81D0BEC9-10C0-AD1E-DA30-0831EFC08953}"/>
          </ac:picMkLst>
        </pc:picChg>
      </pc:sldChg>
      <pc:sldChg chg="modSp new mod">
        <pc:chgData name="Smith, David" userId="846a1c0a-3ddd-4f2e-a4ac-5d295891fe61" providerId="ADAL" clId="{DCEB6AFB-84CF-4592-8FAB-79E8761D8FE5}" dt="2026-03-26T16:19:13.364" v="1481" actId="20577"/>
        <pc:sldMkLst>
          <pc:docMk/>
          <pc:sldMk cId="3143094765" sldId="292"/>
        </pc:sldMkLst>
        <pc:spChg chg="mod">
          <ac:chgData name="Smith, David" userId="846a1c0a-3ddd-4f2e-a4ac-5d295891fe61" providerId="ADAL" clId="{DCEB6AFB-84CF-4592-8FAB-79E8761D8FE5}" dt="2026-03-26T16:05:46.632" v="1337"/>
          <ac:spMkLst>
            <pc:docMk/>
            <pc:sldMk cId="3143094765" sldId="292"/>
            <ac:spMk id="2" creationId="{F86DDF16-4920-77BE-97B0-40B02FBFE473}"/>
          </ac:spMkLst>
        </pc:spChg>
        <pc:spChg chg="mod">
          <ac:chgData name="Smith, David" userId="846a1c0a-3ddd-4f2e-a4ac-5d295891fe61" providerId="ADAL" clId="{DCEB6AFB-84CF-4592-8FAB-79E8761D8FE5}" dt="2026-03-26T16:19:13.364" v="1481" actId="20577"/>
          <ac:spMkLst>
            <pc:docMk/>
            <pc:sldMk cId="3143094765" sldId="292"/>
            <ac:spMk id="3" creationId="{EA10E39B-4F37-A2BA-90AB-4009EBB912E1}"/>
          </ac:spMkLst>
        </pc:spChg>
      </pc:sldChg>
    </pc:docChg>
  </pc:docChgLst>
  <pc:docChgLst>
    <pc:chgData name="Smith, David" userId="846a1c0a-3ddd-4f2e-a4ac-5d295891fe61" providerId="ADAL" clId="{0CA3F960-816C-42A6-B9EE-9E3296F7096E}"/>
    <pc:docChg chg="custSel addSld modSld">
      <pc:chgData name="Smith, David" userId="846a1c0a-3ddd-4f2e-a4ac-5d295891fe61" providerId="ADAL" clId="{0CA3F960-816C-42A6-B9EE-9E3296F7096E}" dt="2026-02-12T20:34:09.492" v="711" actId="20577"/>
      <pc:docMkLst>
        <pc:docMk/>
      </pc:docMkLst>
      <pc:sldChg chg="modSp mod">
        <pc:chgData name="Smith, David" userId="846a1c0a-3ddd-4f2e-a4ac-5d295891fe61" providerId="ADAL" clId="{0CA3F960-816C-42A6-B9EE-9E3296F7096E}" dt="2026-02-12T20:33:00.805" v="584" actId="20577"/>
        <pc:sldMkLst>
          <pc:docMk/>
          <pc:sldMk cId="198890210" sldId="257"/>
        </pc:sldMkLst>
      </pc:sldChg>
      <pc:sldChg chg="modSp mod">
        <pc:chgData name="Smith, David" userId="846a1c0a-3ddd-4f2e-a4ac-5d295891fe61" providerId="ADAL" clId="{0CA3F960-816C-42A6-B9EE-9E3296F7096E}" dt="2026-02-12T20:26:22.417" v="144" actId="20577"/>
        <pc:sldMkLst>
          <pc:docMk/>
          <pc:sldMk cId="627320825" sldId="258"/>
        </pc:sldMkLst>
      </pc:sldChg>
      <pc:sldChg chg="modSp mod">
        <pc:chgData name="Smith, David" userId="846a1c0a-3ddd-4f2e-a4ac-5d295891fe61" providerId="ADAL" clId="{0CA3F960-816C-42A6-B9EE-9E3296F7096E}" dt="2026-02-12T20:26:34.488" v="163" actId="20577"/>
        <pc:sldMkLst>
          <pc:docMk/>
          <pc:sldMk cId="2889370819" sldId="259"/>
        </pc:sldMkLst>
      </pc:sldChg>
      <pc:sldChg chg="modSp mod">
        <pc:chgData name="Smith, David" userId="846a1c0a-3ddd-4f2e-a4ac-5d295891fe61" providerId="ADAL" clId="{0CA3F960-816C-42A6-B9EE-9E3296F7096E}" dt="2026-02-12T20:26:48.177" v="174" actId="20577"/>
        <pc:sldMkLst>
          <pc:docMk/>
          <pc:sldMk cId="2608432872" sldId="260"/>
        </pc:sldMkLst>
      </pc:sldChg>
      <pc:sldChg chg="modSp mod">
        <pc:chgData name="Smith, David" userId="846a1c0a-3ddd-4f2e-a4ac-5d295891fe61" providerId="ADAL" clId="{0CA3F960-816C-42A6-B9EE-9E3296F7096E}" dt="2026-02-12T20:27:28.762" v="232" actId="6549"/>
        <pc:sldMkLst>
          <pc:docMk/>
          <pc:sldMk cId="2438251688" sldId="261"/>
        </pc:sldMkLst>
      </pc:sldChg>
      <pc:sldChg chg="modSp new mod">
        <pc:chgData name="Smith, David" userId="846a1c0a-3ddd-4f2e-a4ac-5d295891fe61" providerId="ADAL" clId="{0CA3F960-816C-42A6-B9EE-9E3296F7096E}" dt="2026-02-12T20:28:37.562" v="340" actId="20577"/>
        <pc:sldMkLst>
          <pc:docMk/>
          <pc:sldMk cId="1023193975" sldId="262"/>
        </pc:sldMkLst>
      </pc:sldChg>
      <pc:sldChg chg="modSp new mod">
        <pc:chgData name="Smith, David" userId="846a1c0a-3ddd-4f2e-a4ac-5d295891fe61" providerId="ADAL" clId="{0CA3F960-816C-42A6-B9EE-9E3296F7096E}" dt="2026-02-12T20:28:57.034" v="360" actId="20577"/>
        <pc:sldMkLst>
          <pc:docMk/>
          <pc:sldMk cId="2737122788" sldId="263"/>
        </pc:sldMkLst>
      </pc:sldChg>
      <pc:sldChg chg="modSp new mod">
        <pc:chgData name="Smith, David" userId="846a1c0a-3ddd-4f2e-a4ac-5d295891fe61" providerId="ADAL" clId="{0CA3F960-816C-42A6-B9EE-9E3296F7096E}" dt="2026-02-12T20:30:02.294" v="413" actId="20577"/>
        <pc:sldMkLst>
          <pc:docMk/>
          <pc:sldMk cId="769701451" sldId="264"/>
        </pc:sldMkLst>
      </pc:sldChg>
      <pc:sldChg chg="modSp new mod">
        <pc:chgData name="Smith, David" userId="846a1c0a-3ddd-4f2e-a4ac-5d295891fe61" providerId="ADAL" clId="{0CA3F960-816C-42A6-B9EE-9E3296F7096E}" dt="2026-02-12T20:30:39.855" v="474" actId="20577"/>
        <pc:sldMkLst>
          <pc:docMk/>
          <pc:sldMk cId="1137982069" sldId="265"/>
        </pc:sldMkLst>
      </pc:sldChg>
      <pc:sldChg chg="modSp new mod">
        <pc:chgData name="Smith, David" userId="846a1c0a-3ddd-4f2e-a4ac-5d295891fe61" providerId="ADAL" clId="{0CA3F960-816C-42A6-B9EE-9E3296F7096E}" dt="2026-02-12T20:31:18.083" v="552" actId="20577"/>
        <pc:sldMkLst>
          <pc:docMk/>
          <pc:sldMk cId="239513318" sldId="266"/>
        </pc:sldMkLst>
      </pc:sldChg>
      <pc:sldChg chg="modSp new mod">
        <pc:chgData name="Smith, David" userId="846a1c0a-3ddd-4f2e-a4ac-5d295891fe61" providerId="ADAL" clId="{0CA3F960-816C-42A6-B9EE-9E3296F7096E}" dt="2026-02-12T20:31:39.015" v="560" actId="20577"/>
        <pc:sldMkLst>
          <pc:docMk/>
          <pc:sldMk cId="1317764527" sldId="267"/>
        </pc:sldMkLst>
      </pc:sldChg>
      <pc:sldChg chg="modSp new mod">
        <pc:chgData name="Smith, David" userId="846a1c0a-3ddd-4f2e-a4ac-5d295891fe61" providerId="ADAL" clId="{0CA3F960-816C-42A6-B9EE-9E3296F7096E}" dt="2026-02-12T20:33:40.390" v="679" actId="20577"/>
        <pc:sldMkLst>
          <pc:docMk/>
          <pc:sldMk cId="3384982248" sldId="268"/>
        </pc:sldMkLst>
      </pc:sldChg>
      <pc:sldChg chg="modSp new mod">
        <pc:chgData name="Smith, David" userId="846a1c0a-3ddd-4f2e-a4ac-5d295891fe61" providerId="ADAL" clId="{0CA3F960-816C-42A6-B9EE-9E3296F7096E}" dt="2026-02-12T20:34:09.492" v="711" actId="20577"/>
        <pc:sldMkLst>
          <pc:docMk/>
          <pc:sldMk cId="1197410000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5E29-A5A9-C4C7-9BB4-F64E15F6C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D0746-F10C-9822-BE9C-EA7449AB3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61E81-15C0-EB3D-29A4-DE60036B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91696-056C-3DCC-70C7-F6DCEF90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9034F-5B02-FAED-5984-E3DA9BA3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7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A991-DB73-6616-35E6-7B6BC193A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5073C-C677-24AC-6151-2877A9B15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7E7C4-712C-96AA-8544-A8BBB692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4B477-F70B-BC24-B055-756672AC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46703-00BF-0A99-5181-4C31FA21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0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11F4B-433A-8CC9-6F24-246E5B16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029B7-E9D4-E257-B1A1-E31162AAE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2C312-6B20-D3D9-FDF5-4503E268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5598D-166F-7F8C-A0AE-480C15564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E58BE-9D3F-CDB2-D7FA-A7465D27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1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291C-2072-9588-E970-E41207E6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014F7-5C2A-AC6A-8332-AB64AB189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7217E-3AC9-6E41-7861-FAEDCC955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FEF3D-7640-1C1C-A777-6A1D175E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B6D19-0E64-E255-5DFC-BE1DD9311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0AE04-3625-487D-D928-D98CD5474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92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111DB-92E1-4D7E-8220-E341912D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83513-DA81-6E17-D122-89FABDF94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26F07-B5C3-06E7-B7AD-DAFABE196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C4B1AE-EF0A-CB2A-0805-E5C13BEF4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FC8EC3-5FDB-6A40-4D94-9887534B3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758EA5-27F8-385C-4884-CE989343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D670F-1C62-33A4-DD1B-81C3C4028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82EE69-DAD4-B06E-F60A-87451FBD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2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6B161-6C32-3E83-630F-CD7C0A96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063D0-4A7A-C89B-EF9F-E5E7D8A2A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BF37C-6616-9FCB-92BC-6DA1E728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97BEB-852E-EBE4-4953-68FCDD995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0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9ACDA-ADC1-C069-5A90-2255CECD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600A4-6FAC-6544-0368-91A6C5A20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02268-1049-7532-69C1-F2FB774B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5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7A62-786D-9FAF-BD25-BE81F5D52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0D23D-65D2-52BD-61B9-77394463C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37DAD-4140-3D50-A3E7-D1CC32ADC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F5237-4E0C-BAAA-5889-AC1DDA97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827E6-EE1D-B1CC-FF66-0A05A4F6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1156E-B1C3-C288-C513-60D4D21C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0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617A-74E7-A53F-71A2-7342C5A1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AB9EBC-B68F-C881-81E1-0F1FE24F7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554DB-2F98-C220-325C-F1A99A1B5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56DE4-9D84-4C3E-135A-23541F9C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33627-E93D-F732-308F-1D5E131E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D5A68-B20F-8329-F197-31BC201DA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99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2252F-98ED-E5A6-4AC1-B103D80A7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85346-3F38-6639-ECE7-0E0D4234E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17DB4-5DAB-E8A1-BE35-CB71AD96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147C9-7D71-F666-C0C8-B057D343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C3A59-2482-0F95-1BAC-8FFC6895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92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05F8E6-0A1B-7E6B-AB36-396DAB308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472A4-677B-34F1-274B-CBE99C95B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E8906-5DE8-8766-DF85-ADDA0F6C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68A0E-B0AC-EE3D-F8F7-D16CDA4F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642B9-E0CC-E787-88B2-F16B088F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37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6C244-6012-4F51-0168-E3357D6F4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358AA-42F0-BA8A-10F4-56F109B91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8EBA7-FEF5-23C5-8D8D-21D949520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B1EA3-B7BA-4A35-8781-2B772F7E50A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7F5B0-31AE-C8B5-E08E-3F47C0630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746DD-FCDE-8F7D-A60B-CAA0611FF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50ECB-734D-46C2-BE18-99520A99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brain-map.org/atlases" TargetMode="External"/><Relationship Id="rId3" Type="http://schemas.openxmlformats.org/officeDocument/2006/relationships/hyperlink" Target="https://cellxgene.cziscience.com/datasets" TargetMode="External"/><Relationship Id="rId7" Type="http://schemas.openxmlformats.org/officeDocument/2006/relationships/hyperlink" Target="https://www.immunesinglecell.com/" TargetMode="External"/><Relationship Id="rId2" Type="http://schemas.openxmlformats.org/officeDocument/2006/relationships/hyperlink" Target="https://azimuth.hubmapconsortium.org/referenc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texportal.org/home/singleCellOverviewPage" TargetMode="External"/><Relationship Id="rId5" Type="http://schemas.openxmlformats.org/officeDocument/2006/relationships/hyperlink" Target="https://portal.hubmapconsortium.org/" TargetMode="External"/><Relationship Id="rId4" Type="http://schemas.openxmlformats.org/officeDocument/2006/relationships/hyperlink" Target="https://data.humancellatlas.org/" TargetMode="External"/><Relationship Id="rId9" Type="http://schemas.openxmlformats.org/officeDocument/2006/relationships/hyperlink" Target="https://panglaodb.se/index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i.org/10.1038/s41592-021-01336-8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maayanlab.cloud/Enrichr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ECB9-4EE6-E32A-7397-6DC9AEE6F9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Cell Type Annotation of Single-Cell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B1A0E-370F-7F4A-DBAA-B716819E27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G. Smith, PhD</a:t>
            </a:r>
          </a:p>
        </p:txBody>
      </p:sp>
    </p:spTree>
    <p:extLst>
      <p:ext uri="{BB962C8B-B14F-4D97-AF65-F5344CB8AC3E}">
        <p14:creationId xmlns:p14="http://schemas.microsoft.com/office/powerpoint/2010/main" val="175999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7D9EE-452C-D67A-CEC1-F50CFE00D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Premise of cell type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34C1E-5D91-0EA5-947E-45E526ABA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expression variance</a:t>
            </a:r>
          </a:p>
          <a:p>
            <a:pPr lvl="1"/>
            <a:r>
              <a:rPr lang="en-US" dirty="0"/>
              <a:t>PCA</a:t>
            </a:r>
          </a:p>
          <a:p>
            <a:pPr lvl="1"/>
            <a:r>
              <a:rPr lang="en-US" dirty="0"/>
              <a:t>Autoencoders</a:t>
            </a:r>
          </a:p>
          <a:p>
            <a:r>
              <a:rPr lang="en-US" dirty="0"/>
              <a:t>Find neighbors</a:t>
            </a:r>
          </a:p>
          <a:p>
            <a:pPr lvl="1"/>
            <a:r>
              <a:rPr lang="en-US" dirty="0"/>
              <a:t>CCA/RPCA, </a:t>
            </a:r>
            <a:r>
              <a:rPr lang="en-US" dirty="0" err="1"/>
              <a:t>scArches</a:t>
            </a:r>
            <a:r>
              <a:rPr lang="en-US" dirty="0"/>
              <a:t>, Symphony, so many more…</a:t>
            </a:r>
          </a:p>
          <a:p>
            <a:pPr lvl="1"/>
            <a:r>
              <a:rPr lang="en-US" dirty="0"/>
              <a:t>Manually annotate clusters</a:t>
            </a:r>
          </a:p>
          <a:p>
            <a:r>
              <a:rPr lang="en-US" dirty="0"/>
              <a:t>Domain expertise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2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A5DF-5F69-0210-2425-49FEEE07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61A86-43BA-3F9D-0715-AA659A56A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easy way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Finding a reference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Label transfer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hard way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Domain knowledge, clustering, marker genes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Validation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Visualize (physical space or UMAP/</a:t>
            </a:r>
            <a:r>
              <a:rPr lang="en-US" dirty="0" err="1"/>
              <a:t>tSNE</a:t>
            </a:r>
            <a:r>
              <a:rPr lang="en-US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Benchmarking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Synthesize</a:t>
            </a:r>
          </a:p>
        </p:txBody>
      </p:sp>
    </p:spTree>
    <p:extLst>
      <p:ext uri="{BB962C8B-B14F-4D97-AF65-F5344CB8AC3E}">
        <p14:creationId xmlns:p14="http://schemas.microsoft.com/office/powerpoint/2010/main" val="198890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595A-E6CF-16DA-ADC9-C509C3241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DE43D-83DE-8EE8-5F62-F310B3090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While not necessary, the best reference should match:</a:t>
            </a:r>
          </a:p>
          <a:p>
            <a:pPr lvl="1"/>
            <a:r>
              <a:rPr lang="en-US" dirty="0"/>
              <a:t>Species</a:t>
            </a:r>
          </a:p>
          <a:p>
            <a:pPr lvl="1"/>
            <a:r>
              <a:rPr lang="en-US" dirty="0"/>
              <a:t>Chemistry</a:t>
            </a:r>
          </a:p>
          <a:p>
            <a:pPr lvl="1"/>
            <a:r>
              <a:rPr lang="en-US" dirty="0"/>
              <a:t>Technology</a:t>
            </a:r>
          </a:p>
          <a:p>
            <a:r>
              <a:rPr lang="en-US" dirty="0"/>
              <a:t>Use a reference portal (e.g. Azimuth)</a:t>
            </a:r>
          </a:p>
          <a:p>
            <a:r>
              <a:rPr lang="en-US" dirty="0"/>
              <a:t>Use an independent dataset (e.g. GEO)</a:t>
            </a:r>
          </a:p>
          <a:p>
            <a:pPr lvl="1"/>
            <a:r>
              <a:rPr lang="en-US" dirty="0"/>
              <a:t>The ideal reference is one where an author has already annotated and published a dataset generated with your exact experiment design</a:t>
            </a:r>
          </a:p>
          <a:p>
            <a:pPr lvl="1"/>
            <a:r>
              <a:rPr lang="en-US" dirty="0"/>
              <a:t>BEWARE: Most datasets on GEO do not have the annotations or just link to the raw data. Annotations may be included as a supplemental table in the publication.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685B00-5636-7405-62F3-2780240EAFC3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venir Next LT Pro Light" panose="020B0304020202020204" pitchFamily="34" charset="0"/>
              </a:rPr>
              <a:t>Easy way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Validation</a:t>
            </a:r>
          </a:p>
        </p:txBody>
      </p:sp>
    </p:spTree>
    <p:extLst>
      <p:ext uri="{BB962C8B-B14F-4D97-AF65-F5344CB8AC3E}">
        <p14:creationId xmlns:p14="http://schemas.microsoft.com/office/powerpoint/2010/main" val="3673346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158B-999C-8DDA-8775-2E1A96213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Atlas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C6CEA-AF1C-C9C0-9422-9C5DA5426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Azimuth, </a:t>
            </a:r>
            <a:r>
              <a:rPr lang="en-US" dirty="0">
                <a:hlinkClick r:id="rId2"/>
              </a:rPr>
              <a:t>https://azimuth.hubmapconsortium.org/references/</a:t>
            </a:r>
            <a:endParaRPr lang="en-US" dirty="0"/>
          </a:p>
          <a:p>
            <a:r>
              <a:rPr lang="en-US" dirty="0"/>
              <a:t>CZI, </a:t>
            </a:r>
            <a:r>
              <a:rPr lang="en-US" dirty="0">
                <a:hlinkClick r:id="rId3"/>
              </a:rPr>
              <a:t>https://cellxgene.cziscience.com/datasets</a:t>
            </a:r>
            <a:endParaRPr lang="en-US" dirty="0"/>
          </a:p>
          <a:p>
            <a:r>
              <a:rPr lang="en-US" dirty="0"/>
              <a:t>Human Cell Atlas, </a:t>
            </a:r>
            <a:r>
              <a:rPr lang="en-US" dirty="0">
                <a:hlinkClick r:id="rId4"/>
              </a:rPr>
              <a:t>https://data.humancellatlas.org/</a:t>
            </a:r>
            <a:endParaRPr lang="en-US" dirty="0"/>
          </a:p>
          <a:p>
            <a:r>
              <a:rPr lang="en-US" dirty="0" err="1"/>
              <a:t>HuBMAP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https://portal.hubmapconsortium.org/</a:t>
            </a:r>
            <a:endParaRPr lang="en-US" dirty="0"/>
          </a:p>
          <a:p>
            <a:r>
              <a:rPr lang="en-US" dirty="0" err="1"/>
              <a:t>GTEx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https://gtexportal.org/home/singleCellOverviewPage</a:t>
            </a:r>
            <a:endParaRPr lang="en-US" dirty="0"/>
          </a:p>
          <a:p>
            <a:r>
              <a:rPr lang="en-US" dirty="0"/>
              <a:t>DISCO, </a:t>
            </a:r>
            <a:r>
              <a:rPr lang="en-US" dirty="0">
                <a:hlinkClick r:id="rId7"/>
              </a:rPr>
              <a:t>https://www.immunesinglecell.com/</a:t>
            </a:r>
            <a:endParaRPr lang="en-US" dirty="0"/>
          </a:p>
          <a:p>
            <a:r>
              <a:rPr lang="en-US" dirty="0"/>
              <a:t>Allen institute, </a:t>
            </a:r>
            <a:r>
              <a:rPr lang="en-US" dirty="0">
                <a:hlinkClick r:id="rId8"/>
              </a:rPr>
              <a:t>https://brain-map.org/atlases</a:t>
            </a:r>
            <a:endParaRPr lang="en-US" dirty="0"/>
          </a:p>
          <a:p>
            <a:r>
              <a:rPr lang="en-US" dirty="0"/>
              <a:t>Panglao, </a:t>
            </a:r>
            <a:r>
              <a:rPr lang="en-US" dirty="0">
                <a:hlinkClick r:id="rId9"/>
              </a:rPr>
              <a:t>https://panglaodb.se/index.html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77ACC-2E02-D024-5136-30EE9D2642A0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venir Next LT Pro Light" panose="020B0304020202020204" pitchFamily="34" charset="0"/>
              </a:rPr>
              <a:t>Easy way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Validation</a:t>
            </a:r>
          </a:p>
        </p:txBody>
      </p:sp>
    </p:spTree>
    <p:extLst>
      <p:ext uri="{BB962C8B-B14F-4D97-AF65-F5344CB8AC3E}">
        <p14:creationId xmlns:p14="http://schemas.microsoft.com/office/powerpoint/2010/main" val="288937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5193B-2592-9C75-D36B-720CEE6D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94CD-4DF6-344A-E5BE-A662C1FC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(solvable) problems with reference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79B55-E01E-5062-B536-B79796CEC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Different gene identities</a:t>
            </a:r>
          </a:p>
          <a:p>
            <a:pPr lvl="1"/>
            <a:r>
              <a:rPr lang="en-US" dirty="0"/>
              <a:t>Conversion</a:t>
            </a:r>
          </a:p>
          <a:p>
            <a:pPr lvl="2"/>
            <a:r>
              <a:rPr lang="en-US" dirty="0"/>
              <a:t>[R] </a:t>
            </a:r>
            <a:r>
              <a:rPr lang="en-US" dirty="0" err="1"/>
              <a:t>org.Hs.eg.db</a:t>
            </a:r>
            <a:r>
              <a:rPr lang="en-US" dirty="0"/>
              <a:t>, databases available for most species</a:t>
            </a:r>
          </a:p>
          <a:p>
            <a:pPr lvl="2"/>
            <a:r>
              <a:rPr lang="en-US" dirty="0"/>
              <a:t>Alternate IDs are often included in feature metadata</a:t>
            </a:r>
          </a:p>
          <a:p>
            <a:pPr lvl="1"/>
            <a:r>
              <a:rPr lang="en-US" dirty="0" err="1"/>
              <a:t>Ensembl</a:t>
            </a:r>
            <a:r>
              <a:rPr lang="en-US" dirty="0"/>
              <a:t>/Entrez &gt; Symbol</a:t>
            </a:r>
          </a:p>
          <a:p>
            <a:pPr lvl="2"/>
            <a:r>
              <a:rPr lang="en-US" dirty="0"/>
              <a:t>Collapse expression to symbol</a:t>
            </a:r>
          </a:p>
          <a:p>
            <a:r>
              <a:rPr lang="en-US" dirty="0"/>
              <a:t>Processing pipeline</a:t>
            </a:r>
          </a:p>
          <a:p>
            <a:pPr lvl="1"/>
            <a:r>
              <a:rPr lang="en-US" dirty="0"/>
              <a:t>Some transfer algos require count data. Some references don’t have raw count data</a:t>
            </a:r>
          </a:p>
          <a:p>
            <a:pPr lvl="1"/>
            <a:r>
              <a:rPr lang="en-US" dirty="0"/>
              <a:t>Normalization (which affects subsequent scaling and PCA) may differ. You may need to redo processing of reference and/or query</a:t>
            </a:r>
          </a:p>
          <a:p>
            <a:r>
              <a:rPr lang="en-US" dirty="0"/>
              <a:t>Too many cells</a:t>
            </a:r>
          </a:p>
          <a:p>
            <a:pPr lvl="1"/>
            <a:r>
              <a:rPr lang="en-US" dirty="0"/>
              <a:t>100k is usually sufficient</a:t>
            </a:r>
          </a:p>
          <a:p>
            <a:r>
              <a:rPr lang="en-US" dirty="0"/>
              <a:t>Conversion between datatypes</a:t>
            </a:r>
          </a:p>
          <a:p>
            <a:pPr lvl="1"/>
            <a:r>
              <a:rPr lang="en-US" dirty="0"/>
              <a:t>Published tools exist, but they’re not great. Don’t be afraid to reconstruct yourself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BBF20-F5B9-5461-192A-8F7D6BE5D9AA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venir Next LT Pro Light" panose="020B0304020202020204" pitchFamily="34" charset="0"/>
              </a:rPr>
              <a:t>Easy way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Validation</a:t>
            </a:r>
          </a:p>
        </p:txBody>
      </p:sp>
    </p:spTree>
    <p:extLst>
      <p:ext uri="{BB962C8B-B14F-4D97-AF65-F5344CB8AC3E}">
        <p14:creationId xmlns:p14="http://schemas.microsoft.com/office/powerpoint/2010/main" val="241922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66A8-373D-7FB9-3B05-9F919E962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favorite transfer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AE47A-292B-FF3C-101A-84DF9CBB3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PCA-based</a:t>
            </a:r>
          </a:p>
          <a:p>
            <a:pPr lvl="1"/>
            <a:r>
              <a:rPr lang="en-US" dirty="0"/>
              <a:t>[R] Seurat RPCA</a:t>
            </a:r>
          </a:p>
          <a:p>
            <a:pPr lvl="1"/>
            <a:r>
              <a:rPr lang="en-US" dirty="0"/>
              <a:t>[R] Seurat CCA (slower than RPCA)</a:t>
            </a:r>
          </a:p>
          <a:p>
            <a:pPr lvl="1"/>
            <a:r>
              <a:rPr lang="en-US" dirty="0"/>
              <a:t>[R] Harmony/Symphony (now included in Seurat v5)</a:t>
            </a:r>
          </a:p>
          <a:p>
            <a:r>
              <a:rPr lang="en-US" dirty="0"/>
              <a:t>VAE</a:t>
            </a:r>
          </a:p>
          <a:p>
            <a:pPr lvl="1"/>
            <a:r>
              <a:rPr lang="en-US" dirty="0"/>
              <a:t>[Python] </a:t>
            </a:r>
            <a:r>
              <a:rPr lang="en-US" dirty="0" err="1"/>
              <a:t>scVI</a:t>
            </a:r>
            <a:r>
              <a:rPr lang="en-US" dirty="0"/>
              <a:t>/</a:t>
            </a:r>
            <a:r>
              <a:rPr lang="en-US" dirty="0" err="1"/>
              <a:t>scANVI</a:t>
            </a:r>
            <a:endParaRPr lang="en-US" dirty="0"/>
          </a:p>
          <a:p>
            <a:pPr lvl="1"/>
            <a:r>
              <a:rPr lang="en-US" dirty="0"/>
              <a:t>[Python] </a:t>
            </a:r>
            <a:r>
              <a:rPr lang="en-US" dirty="0" err="1"/>
              <a:t>scPoli</a:t>
            </a:r>
            <a:endParaRPr lang="en-US" dirty="0"/>
          </a:p>
          <a:p>
            <a:r>
              <a:rPr lang="en-US" dirty="0"/>
              <a:t>Cross-technology</a:t>
            </a:r>
          </a:p>
          <a:p>
            <a:pPr lvl="1"/>
            <a:r>
              <a:rPr lang="en-US" dirty="0"/>
              <a:t>[Python] </a:t>
            </a:r>
            <a:r>
              <a:rPr lang="en-US" dirty="0" err="1"/>
              <a:t>MaxFuse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16A154-C90F-3714-C17D-E8C21C5D810B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venir Next LT Pro Light" panose="020B0304020202020204" pitchFamily="34" charset="0"/>
              </a:rPr>
              <a:t>Easy way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Validation</a:t>
            </a:r>
          </a:p>
        </p:txBody>
      </p:sp>
    </p:spTree>
    <p:extLst>
      <p:ext uri="{BB962C8B-B14F-4D97-AF65-F5344CB8AC3E}">
        <p14:creationId xmlns:p14="http://schemas.microsoft.com/office/powerpoint/2010/main" val="3713669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7B79-6D9B-3DA9-5D01-402BBE18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508001"/>
          </a:xfrm>
        </p:spPr>
        <p:txBody>
          <a:bodyPr>
            <a:normAutofit/>
          </a:bodyPr>
          <a:lstStyle/>
          <a:p>
            <a:r>
              <a:rPr lang="en-US" sz="2800" dirty="0"/>
              <a:t>Benchmarking atlas-level data integration in single-cell genomics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8E6CC-3796-409A-A23B-6349F01E6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126"/>
            <a:ext cx="10515600" cy="50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hlinkClick r:id="rId2"/>
              </a:rPr>
              <a:t>https://doi.org/10.1038/s41592-021-01336-8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FB99D-91F5-FF25-94EB-ED274FD04012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venir Next LT Pro Light" panose="020B0304020202020204" pitchFamily="34" charset="0"/>
              </a:rPr>
              <a:t>Easy way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Validation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CBDBD0-06BB-753C-07C0-0EB348C5D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165" y="935484"/>
            <a:ext cx="6827191" cy="544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82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3D122-2737-FA04-429E-A2A7CCBC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for transfer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87BC7-0DF5-7F0B-610D-1C9707BB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Exclude rare cell types (&lt;1% abundance)</a:t>
            </a:r>
          </a:p>
          <a:p>
            <a:pPr lvl="1"/>
            <a:r>
              <a:rPr lang="en-US" dirty="0"/>
              <a:t>You can find these later</a:t>
            </a:r>
          </a:p>
          <a:p>
            <a:r>
              <a:rPr lang="en-US" dirty="0"/>
              <a:t>If reference is composed of multiple samples, exclude cell labels only found in 1-2 samples</a:t>
            </a:r>
          </a:p>
          <a:p>
            <a:pPr lvl="1"/>
            <a:r>
              <a:rPr lang="en-US" dirty="0"/>
              <a:t>This is mostly important for PCA-based algos</a:t>
            </a:r>
          </a:p>
          <a:p>
            <a:r>
              <a:rPr lang="en-US" dirty="0"/>
              <a:t>What highly variable features are you using?</a:t>
            </a:r>
          </a:p>
          <a:p>
            <a:pPr lvl="1"/>
            <a:r>
              <a:rPr lang="en-US" dirty="0"/>
              <a:t>If reference HVG have little overlap with query HVG, then it’s probably a bad reference. If you want to continue, reprocess using a union of features.</a:t>
            </a:r>
          </a:p>
          <a:p>
            <a:r>
              <a:rPr lang="en-US" dirty="0"/>
              <a:t>Trade off between biological vs. technical variation</a:t>
            </a:r>
          </a:p>
          <a:p>
            <a:r>
              <a:rPr lang="en-US" dirty="0"/>
              <a:t>Bias towards one prediction can be an indication of problematic features in the query. Consider filters on query data.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AB923-A009-BC7C-36C2-F116060D555B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venir Next LT Pro Light" panose="020B0304020202020204" pitchFamily="34" charset="0"/>
              </a:rPr>
              <a:t>Easy way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Validation</a:t>
            </a:r>
          </a:p>
        </p:txBody>
      </p:sp>
    </p:spTree>
    <p:extLst>
      <p:ext uri="{BB962C8B-B14F-4D97-AF65-F5344CB8AC3E}">
        <p14:creationId xmlns:p14="http://schemas.microsoft.com/office/powerpoint/2010/main" val="2723833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C4CD-11BE-0D3C-DFF0-5A6B63FF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BC185-2D23-B1F7-B04B-3DDB3C5FA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if you have the perfect reference, there will be mistakes</a:t>
            </a:r>
          </a:p>
          <a:p>
            <a:r>
              <a:rPr lang="en-US" dirty="0"/>
              <a:t>Are cell label proportions sensible?</a:t>
            </a:r>
          </a:p>
          <a:p>
            <a:r>
              <a:rPr lang="en-US" dirty="0"/>
              <a:t>Within predictions, do you find the expected marker genes for your system?</a:t>
            </a:r>
          </a:p>
          <a:p>
            <a:r>
              <a:rPr lang="en-US" dirty="0"/>
              <a:t>Do any of your experiment variables seem to adversely affect label transfer?</a:t>
            </a:r>
          </a:p>
          <a:p>
            <a:pPr lvl="1"/>
            <a:r>
              <a:rPr lang="en-US" dirty="0"/>
              <a:t>Most transfer algos include a confidence score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B876A-5484-DCDC-ED42-00A669590854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venir Next LT Pro Light" panose="020B0304020202020204" pitchFamily="34" charset="0"/>
              </a:rPr>
              <a:t>Easy way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Validation</a:t>
            </a:r>
          </a:p>
        </p:txBody>
      </p:sp>
    </p:spTree>
    <p:extLst>
      <p:ext uri="{BB962C8B-B14F-4D97-AF65-F5344CB8AC3E}">
        <p14:creationId xmlns:p14="http://schemas.microsoft.com/office/powerpoint/2010/main" val="957673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7D57-DBA4-AD86-5E13-D739F06C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annotation (the hard way)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35C4-F4AA-D504-B3C2-8FB34ADFD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you’re not confident in the “Easy way” results…</a:t>
            </a:r>
          </a:p>
          <a:p>
            <a:r>
              <a:rPr lang="en-US" dirty="0"/>
              <a:t>You couldn’t find an appropriate reference…</a:t>
            </a:r>
          </a:p>
          <a:p>
            <a:r>
              <a:rPr lang="en-US" dirty="0"/>
              <a:t>Too many error messages…</a:t>
            </a:r>
          </a:p>
          <a:p>
            <a:r>
              <a:rPr lang="en-US" dirty="0"/>
              <a:t>You know best…Domain knowledge is the gold standard for cell type annotation</a:t>
            </a:r>
          </a:p>
          <a:p>
            <a:pPr lvl="1"/>
            <a:r>
              <a:rPr lang="en-US" dirty="0"/>
              <a:t>The hard way is the best 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FAD1C-07B7-56DA-494F-0C7716F8E590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</p:spTree>
    <p:extLst>
      <p:ext uri="{BB962C8B-B14F-4D97-AF65-F5344CB8AC3E}">
        <p14:creationId xmlns:p14="http://schemas.microsoft.com/office/powerpoint/2010/main" val="833446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4F08-DA36-FB64-9798-A6D945F42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recent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B3971-C06A-7303-25AE-57A0BD894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10X </a:t>
            </a:r>
            <a:r>
              <a:rPr lang="en-US" dirty="0" err="1"/>
              <a:t>Visium</a:t>
            </a:r>
            <a:r>
              <a:rPr lang="en-US" dirty="0"/>
              <a:t> HD</a:t>
            </a:r>
          </a:p>
          <a:p>
            <a:r>
              <a:rPr lang="en-US" dirty="0"/>
              <a:t>Lymph node and breast tissue, 33 samples</a:t>
            </a:r>
          </a:p>
          <a:p>
            <a:r>
              <a:rPr lang="en-US" dirty="0"/>
              <a:t>~7m cells</a:t>
            </a:r>
          </a:p>
          <a:p>
            <a:r>
              <a:rPr lang="en-US" dirty="0"/>
              <a:t>Mean UMI/cell range: 10-300</a:t>
            </a:r>
          </a:p>
          <a:p>
            <a:r>
              <a:rPr lang="en-US" dirty="0"/>
              <a:t>Thank you Dr. </a:t>
            </a:r>
            <a:r>
              <a:rPr lang="en-US"/>
              <a:t>Jenny </a:t>
            </a:r>
            <a:r>
              <a:rPr lang="en-US" dirty="0"/>
              <a:t>Zhang!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829F2-5443-560A-B447-FC0DC7BF82B4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</p:spTree>
    <p:extLst>
      <p:ext uri="{BB962C8B-B14F-4D97-AF65-F5344CB8AC3E}">
        <p14:creationId xmlns:p14="http://schemas.microsoft.com/office/powerpoint/2010/main" val="119741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AA518-4408-DAB7-ECE0-4A14181B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Easy Way: Sketching (Seurat)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41514-9BC5-E2A0-C898-2285EFA15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Convenient computational strategy when # cells &gt;&gt; 100k</a:t>
            </a:r>
          </a:p>
          <a:p>
            <a:r>
              <a:rPr lang="en-US" dirty="0"/>
              <a:t>Like subsampling, but subset has a path back to full set to predict labels</a:t>
            </a:r>
          </a:p>
          <a:p>
            <a:r>
              <a:rPr lang="en-US" dirty="0"/>
              <a:t>Used an online reference from </a:t>
            </a:r>
            <a:r>
              <a:rPr lang="en-US" dirty="0" err="1"/>
              <a:t>cellxgene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“</a:t>
            </a:r>
            <a:r>
              <a:rPr lang="en-US" b="1" dirty="0"/>
              <a:t>Single cell atlas of large B-cell lymphoma</a:t>
            </a:r>
            <a:r>
              <a:rPr lang="en-US" dirty="0"/>
              <a:t>” (includes healthy lymph nodes too)</a:t>
            </a:r>
          </a:p>
          <a:p>
            <a:r>
              <a:rPr lang="en-US" dirty="0"/>
              <a:t>Sketched 100k+ cells &gt; 50k</a:t>
            </a:r>
          </a:p>
          <a:p>
            <a:r>
              <a:rPr lang="en-US" dirty="0"/>
              <a:t>Used Seurat RPCA, mostly default options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AC919-4F2F-574F-D8FF-611F2109C76B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</p:spTree>
    <p:extLst>
      <p:ext uri="{BB962C8B-B14F-4D97-AF65-F5344CB8AC3E}">
        <p14:creationId xmlns:p14="http://schemas.microsoft.com/office/powerpoint/2010/main" val="2608432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F7D-0601-A664-ED3F-D958501B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Easy way: Seurat label transfer (single sample)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236C1F-B1FC-F34C-5191-4683D51C0C9E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  <p:pic>
        <p:nvPicPr>
          <p:cNvPr id="8" name="Picture 7" descr="A colorful dots on a white background&#10;&#10;AI-generated content may be incorrect.">
            <a:extLst>
              <a:ext uri="{FF2B5EF4-FFF2-40B4-BE49-F238E27FC236}">
                <a16:creationId xmlns:a16="http://schemas.microsoft.com/office/drawing/2014/main" id="{772DB2AE-BA46-73B7-2E2A-57F18FC1A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504" y="1644698"/>
            <a:ext cx="8298991" cy="456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51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B2F5D-EB85-BDF7-AFA0-33FF2CA5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custom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EBC61-8754-5371-D746-6E7C172F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Manually annotate representative samples</a:t>
            </a:r>
          </a:p>
          <a:p>
            <a:pPr lvl="1"/>
            <a:r>
              <a:rPr lang="en-US" dirty="0"/>
              <a:t>1 good QC</a:t>
            </a:r>
          </a:p>
          <a:p>
            <a:pPr lvl="1"/>
            <a:r>
              <a:rPr lang="en-US" dirty="0"/>
              <a:t>1 bad QC</a:t>
            </a:r>
          </a:p>
          <a:p>
            <a:pPr lvl="1"/>
            <a:r>
              <a:rPr lang="en-US" dirty="0"/>
              <a:t>1 experiment variable (male)</a:t>
            </a:r>
          </a:p>
          <a:p>
            <a:r>
              <a:rPr lang="en-US" dirty="0"/>
              <a:t>Unsupervised approach</a:t>
            </a:r>
          </a:p>
          <a:p>
            <a:pPr lvl="1"/>
            <a:r>
              <a:rPr lang="en-US" dirty="0"/>
              <a:t>Iteratively, cluster &gt; find markers &gt; test enrichment</a:t>
            </a:r>
          </a:p>
          <a:p>
            <a:r>
              <a:rPr lang="en-US" dirty="0"/>
              <a:t>Supervised approach</a:t>
            </a:r>
          </a:p>
          <a:p>
            <a:pPr lvl="1"/>
            <a:r>
              <a:rPr lang="en-US" dirty="0"/>
              <a:t>Score gene modules against cells &gt; threshold</a:t>
            </a:r>
          </a:p>
          <a:p>
            <a:r>
              <a:rPr lang="en-US" dirty="0"/>
              <a:t>Integrate reference samples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3EEEB-BB67-67A4-476B-2FCC7339D458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</p:spTree>
    <p:extLst>
      <p:ext uri="{BB962C8B-B14F-4D97-AF65-F5344CB8AC3E}">
        <p14:creationId xmlns:p14="http://schemas.microsoft.com/office/powerpoint/2010/main" val="1023193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E6E4-2A14-4A9D-6A77-84BE903B1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r>
              <a:rPr lang="en-US" dirty="0"/>
              <a:t>Starting from scratch: sample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7A38B-9140-1E17-16B7-B4A388F72ED8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  <p:pic>
        <p:nvPicPr>
          <p:cNvPr id="5" name="Picture 4" descr="A colorful drawing of a person&#10;&#10;AI-generated content may be incorrect.">
            <a:extLst>
              <a:ext uri="{FF2B5EF4-FFF2-40B4-BE49-F238E27FC236}">
                <a16:creationId xmlns:a16="http://schemas.microsoft.com/office/drawing/2014/main" id="{C2553390-1CE2-2FA1-B273-C614183A7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61" y="1268656"/>
            <a:ext cx="5133684" cy="50033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598E92-EC44-88E0-8F6F-D0D6F4B3D917}"/>
              </a:ext>
            </a:extLst>
          </p:cNvPr>
          <p:cNvSpPr txBox="1"/>
          <p:nvPr/>
        </p:nvSpPr>
        <p:spPr>
          <a:xfrm>
            <a:off x="5981700" y="1268656"/>
            <a:ext cx="54578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from unsupervised clusters—theoretically, these represent distinct cell phenotypes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Tinker, tinker, tinker…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PCA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Exclude “erroneous” genes from PCA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Adjust the number of variable features (in this case, lower)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Include relevant covariates in the scaling step (e.g. cell cycle)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Clustering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Adjust the number PCs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Adjust the number of neighbors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Adjust the resolution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Try different algos (e.g. Leiden)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UMAP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This is a convenience for visualization, don’t stress about parameter optimization unless you just want a pretty picture</a:t>
            </a:r>
          </a:p>
        </p:txBody>
      </p:sp>
    </p:spTree>
    <p:extLst>
      <p:ext uri="{BB962C8B-B14F-4D97-AF65-F5344CB8AC3E}">
        <p14:creationId xmlns:p14="http://schemas.microsoft.com/office/powerpoint/2010/main" val="769363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0E4C-E9AA-F1C5-27E2-B1B04F47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</a:t>
            </a:r>
          </a:p>
        </p:txBody>
      </p:sp>
      <p:pic>
        <p:nvPicPr>
          <p:cNvPr id="8" name="Picture 7" descr="A chart of different colored drops&#10;&#10;AI-generated content may be incorrect.">
            <a:extLst>
              <a:ext uri="{FF2B5EF4-FFF2-40B4-BE49-F238E27FC236}">
                <a16:creationId xmlns:a16="http://schemas.microsoft.com/office/drawing/2014/main" id="{3C3A1DEE-439D-67C6-FC1A-A71B64C7D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318" y="1787624"/>
            <a:ext cx="5821363" cy="4765575"/>
          </a:xfrm>
          <a:prstGeom prst="rect">
            <a:avLst/>
          </a:prstGeom>
        </p:spPr>
      </p:pic>
      <p:sp>
        <p:nvSpPr>
          <p:cNvPr id="9" name="&quot;No&quot; Symbol 8">
            <a:extLst>
              <a:ext uri="{FF2B5EF4-FFF2-40B4-BE49-F238E27FC236}">
                <a16:creationId xmlns:a16="http://schemas.microsoft.com/office/drawing/2014/main" id="{D30C740A-DFAD-FD45-3BEF-321DB2C4B3C6}"/>
              </a:ext>
            </a:extLst>
          </p:cNvPr>
          <p:cNvSpPr/>
          <p:nvPr/>
        </p:nvSpPr>
        <p:spPr>
          <a:xfrm>
            <a:off x="4855709" y="5332020"/>
            <a:ext cx="514350" cy="514350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&quot;No&quot; Symbol 9">
            <a:extLst>
              <a:ext uri="{FF2B5EF4-FFF2-40B4-BE49-F238E27FC236}">
                <a16:creationId xmlns:a16="http://schemas.microsoft.com/office/drawing/2014/main" id="{64336E93-9EC2-BD10-7449-4D7C6749D36D}"/>
              </a:ext>
            </a:extLst>
          </p:cNvPr>
          <p:cNvSpPr/>
          <p:nvPr/>
        </p:nvSpPr>
        <p:spPr>
          <a:xfrm>
            <a:off x="6601381" y="5332020"/>
            <a:ext cx="514350" cy="514350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05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231E-E606-7E35-8745-8D0C67A4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cell assignment: gene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37C25-EAF7-BEF2-7902-F52F42363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know what cell types should be in the data, and you know what markers those cells express—then quantify it. An effective, rational method for identifying cell clusters. </a:t>
            </a:r>
          </a:p>
          <a:p>
            <a:r>
              <a:rPr lang="en-US" dirty="0"/>
              <a:t>Some informatic options:</a:t>
            </a:r>
          </a:p>
          <a:p>
            <a:pPr lvl="1"/>
            <a:r>
              <a:rPr lang="en-US" dirty="0"/>
              <a:t>[R] </a:t>
            </a:r>
            <a:r>
              <a:rPr lang="en-US" dirty="0" err="1"/>
              <a:t>AUCell</a:t>
            </a:r>
            <a:endParaRPr lang="en-US" dirty="0"/>
          </a:p>
          <a:p>
            <a:pPr lvl="1"/>
            <a:r>
              <a:rPr lang="en-US" dirty="0"/>
              <a:t>[R] Seurat::</a:t>
            </a:r>
            <a:r>
              <a:rPr lang="en-US" dirty="0" err="1"/>
              <a:t>AddModuleScore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[Python] </a:t>
            </a:r>
            <a:r>
              <a:rPr lang="en-US" dirty="0" err="1"/>
              <a:t>scimap.tl.phenotype_cells</a:t>
            </a:r>
            <a:endParaRPr lang="en-US" dirty="0"/>
          </a:p>
          <a:p>
            <a:pPr lvl="1"/>
            <a:r>
              <a:rPr lang="en-US" dirty="0"/>
              <a:t>Expression mean…or write your own rules</a:t>
            </a:r>
          </a:p>
          <a:p>
            <a:pPr lvl="2"/>
            <a:r>
              <a:rPr lang="en-US" dirty="0"/>
              <a:t>If you’re taking the manual route, then you probably already have some rationale to go against the grain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4C2EA-3704-D5E1-306D-23546A244631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</p:spTree>
    <p:extLst>
      <p:ext uri="{BB962C8B-B14F-4D97-AF65-F5344CB8AC3E}">
        <p14:creationId xmlns:p14="http://schemas.microsoft.com/office/powerpoint/2010/main" val="2401426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DD6C-E609-52E8-A3BD-A8A3BD47F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88551"/>
            <a:ext cx="5029200" cy="873478"/>
          </a:xfrm>
        </p:spPr>
        <p:txBody>
          <a:bodyPr>
            <a:normAutofit/>
          </a:bodyPr>
          <a:lstStyle/>
          <a:p>
            <a:r>
              <a:rPr lang="en-US" sz="3600" dirty="0"/>
              <a:t>Think cellular biology</a:t>
            </a:r>
            <a:br>
              <a:rPr lang="en-US" sz="3600" dirty="0"/>
            </a:br>
            <a:r>
              <a:rPr lang="en-US" sz="2000" dirty="0"/>
              <a:t>Construct a lineage: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6B32E6-9E67-16B2-FBED-4A2754E3D865}"/>
              </a:ext>
            </a:extLst>
          </p:cNvPr>
          <p:cNvSpPr/>
          <p:nvPr/>
        </p:nvSpPr>
        <p:spPr>
          <a:xfrm>
            <a:off x="285750" y="2990848"/>
            <a:ext cx="2164713" cy="37147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Stromal lineage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0E9380-E07E-6D93-425E-E56169173FC2}"/>
              </a:ext>
            </a:extLst>
          </p:cNvPr>
          <p:cNvSpPr/>
          <p:nvPr/>
        </p:nvSpPr>
        <p:spPr>
          <a:xfrm>
            <a:off x="285750" y="4283072"/>
            <a:ext cx="2164713" cy="3714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Myeloid lineage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A41F5-24DE-129E-3190-E3EEB9B8D8FF}"/>
              </a:ext>
            </a:extLst>
          </p:cNvPr>
          <p:cNvSpPr/>
          <p:nvPr/>
        </p:nvSpPr>
        <p:spPr>
          <a:xfrm>
            <a:off x="285750" y="5710234"/>
            <a:ext cx="2164713" cy="371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Lymphoid lineage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522173-E321-98B9-FB03-4675B5A010ED}"/>
              </a:ext>
            </a:extLst>
          </p:cNvPr>
          <p:cNvSpPr/>
          <p:nvPr/>
        </p:nvSpPr>
        <p:spPr>
          <a:xfrm>
            <a:off x="4400551" y="5476840"/>
            <a:ext cx="1352546" cy="3714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 lineage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9D72F-310A-3580-3DD3-8CF1A3704026}"/>
              </a:ext>
            </a:extLst>
          </p:cNvPr>
          <p:cNvSpPr/>
          <p:nvPr/>
        </p:nvSpPr>
        <p:spPr>
          <a:xfrm>
            <a:off x="4400551" y="5976904"/>
            <a:ext cx="1352546" cy="3714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 lineage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38C445-4130-976F-5CC7-A5DEBF7DDBBB}"/>
              </a:ext>
            </a:extLst>
          </p:cNvPr>
          <p:cNvSpPr/>
          <p:nvPr/>
        </p:nvSpPr>
        <p:spPr>
          <a:xfrm>
            <a:off x="4400550" y="4693442"/>
            <a:ext cx="1352547" cy="484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Dendritic Cell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6EAB7-7916-96A0-EF8A-8E12C82DBC25}"/>
              </a:ext>
            </a:extLst>
          </p:cNvPr>
          <p:cNvSpPr/>
          <p:nvPr/>
        </p:nvSpPr>
        <p:spPr>
          <a:xfrm>
            <a:off x="4400551" y="4231479"/>
            <a:ext cx="1352548" cy="3714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Macrophage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A071EB-D276-5518-67E1-13E17935D9A7}"/>
              </a:ext>
            </a:extLst>
          </p:cNvPr>
          <p:cNvSpPr/>
          <p:nvPr/>
        </p:nvSpPr>
        <p:spPr>
          <a:xfrm>
            <a:off x="4400550" y="3769516"/>
            <a:ext cx="1352549" cy="3714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Granulocyte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9A05DD-8389-9F01-21D7-07EF77320EC9}"/>
              </a:ext>
            </a:extLst>
          </p:cNvPr>
          <p:cNvSpPr/>
          <p:nvPr/>
        </p:nvSpPr>
        <p:spPr>
          <a:xfrm>
            <a:off x="4400550" y="3108324"/>
            <a:ext cx="1352549" cy="3714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Fibroblast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4F745A-42F7-14FE-10E3-E6DE648FD937}"/>
              </a:ext>
            </a:extLst>
          </p:cNvPr>
          <p:cNvSpPr/>
          <p:nvPr/>
        </p:nvSpPr>
        <p:spPr>
          <a:xfrm>
            <a:off x="4400550" y="2606674"/>
            <a:ext cx="1352549" cy="3714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Endothelial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749A1F-35B0-35B6-8A93-BD0549C35C7A}"/>
              </a:ext>
            </a:extLst>
          </p:cNvPr>
          <p:cNvSpPr/>
          <p:nvPr/>
        </p:nvSpPr>
        <p:spPr>
          <a:xfrm>
            <a:off x="4400550" y="2105024"/>
            <a:ext cx="1352549" cy="3714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Epithelial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724B48-9756-836E-4A14-4B58DB01134D}"/>
              </a:ext>
            </a:extLst>
          </p:cNvPr>
          <p:cNvSpPr/>
          <p:nvPr/>
        </p:nvSpPr>
        <p:spPr>
          <a:xfrm>
            <a:off x="8020050" y="1039020"/>
            <a:ext cx="1866900" cy="2377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Epithelial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FF3D7A-5008-D731-8831-DE3590DE4C8B}"/>
              </a:ext>
            </a:extLst>
          </p:cNvPr>
          <p:cNvSpPr/>
          <p:nvPr/>
        </p:nvSpPr>
        <p:spPr>
          <a:xfrm>
            <a:off x="8020050" y="1357105"/>
            <a:ext cx="1866900" cy="2377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Lymphatic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B0440-9253-3486-3DC1-B0CC804C1484}"/>
              </a:ext>
            </a:extLst>
          </p:cNvPr>
          <p:cNvSpPr/>
          <p:nvPr/>
        </p:nvSpPr>
        <p:spPr>
          <a:xfrm>
            <a:off x="8020050" y="1666076"/>
            <a:ext cx="1866900" cy="2377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Vascular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093B37-408D-E816-8E5A-86D4E6A1E777}"/>
              </a:ext>
            </a:extLst>
          </p:cNvPr>
          <p:cNvSpPr/>
          <p:nvPr/>
        </p:nvSpPr>
        <p:spPr>
          <a:xfrm>
            <a:off x="8020050" y="1988338"/>
            <a:ext cx="1866900" cy="2377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Reticular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711707-5A3A-B7C4-4B49-C70FE9930683}"/>
              </a:ext>
            </a:extLst>
          </p:cNvPr>
          <p:cNvSpPr/>
          <p:nvPr/>
        </p:nvSpPr>
        <p:spPr>
          <a:xfrm>
            <a:off x="8020050" y="2305838"/>
            <a:ext cx="1866900" cy="2377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FDC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B23A5F-1A6A-BEEB-855F-2DA89BDAD62B}"/>
              </a:ext>
            </a:extLst>
          </p:cNvPr>
          <p:cNvSpPr/>
          <p:nvPr/>
        </p:nvSpPr>
        <p:spPr>
          <a:xfrm>
            <a:off x="8020050" y="2887571"/>
            <a:ext cx="1866900" cy="2377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Neutrophil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85188D-0413-CFE3-0601-ACE797C52830}"/>
              </a:ext>
            </a:extLst>
          </p:cNvPr>
          <p:cNvSpPr/>
          <p:nvPr/>
        </p:nvSpPr>
        <p:spPr>
          <a:xfrm>
            <a:off x="8020050" y="3188803"/>
            <a:ext cx="1866900" cy="2377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DA7ADD-89E5-0579-BCB1-0FF052A67452}"/>
              </a:ext>
            </a:extLst>
          </p:cNvPr>
          <p:cNvSpPr/>
          <p:nvPr/>
        </p:nvSpPr>
        <p:spPr>
          <a:xfrm>
            <a:off x="8020050" y="3487655"/>
            <a:ext cx="1866900" cy="2377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9D3D88-8655-618C-1A1B-08E88FE32C80}"/>
              </a:ext>
            </a:extLst>
          </p:cNvPr>
          <p:cNvSpPr/>
          <p:nvPr/>
        </p:nvSpPr>
        <p:spPr>
          <a:xfrm>
            <a:off x="8020050" y="3802172"/>
            <a:ext cx="1866900" cy="2377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CDC1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66F5CB-4FAE-FFFB-F432-0A248D81D3C5}"/>
              </a:ext>
            </a:extLst>
          </p:cNvPr>
          <p:cNvSpPr/>
          <p:nvPr/>
        </p:nvSpPr>
        <p:spPr>
          <a:xfrm>
            <a:off x="8020050" y="4127603"/>
            <a:ext cx="1866900" cy="2377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CDC2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2717B0-8550-C2F8-3B72-3439AC4840CC}"/>
              </a:ext>
            </a:extLst>
          </p:cNvPr>
          <p:cNvSpPr/>
          <p:nvPr/>
        </p:nvSpPr>
        <p:spPr>
          <a:xfrm>
            <a:off x="8020050" y="4693442"/>
            <a:ext cx="1866900" cy="2377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CD4 Effector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8BBBE5-4436-A8DE-BDD0-14C2D656123B}"/>
              </a:ext>
            </a:extLst>
          </p:cNvPr>
          <p:cNvSpPr/>
          <p:nvPr/>
        </p:nvSpPr>
        <p:spPr>
          <a:xfrm>
            <a:off x="8020050" y="5026813"/>
            <a:ext cx="1866900" cy="2377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CD4 Naive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51495B-BDD4-9B22-325F-B02973D8AE6F}"/>
              </a:ext>
            </a:extLst>
          </p:cNvPr>
          <p:cNvSpPr/>
          <p:nvPr/>
        </p:nvSpPr>
        <p:spPr>
          <a:xfrm>
            <a:off x="8020050" y="5360184"/>
            <a:ext cx="1866900" cy="2377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CD8 Cytotoxic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6C4681-3637-815A-53B1-7ED5FEF90A89}"/>
              </a:ext>
            </a:extLst>
          </p:cNvPr>
          <p:cNvSpPr/>
          <p:nvPr/>
        </p:nvSpPr>
        <p:spPr>
          <a:xfrm>
            <a:off x="8020050" y="5693554"/>
            <a:ext cx="1866900" cy="2377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CD8 Naive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80BB55-7537-7543-8F56-4663E753CFB1}"/>
              </a:ext>
            </a:extLst>
          </p:cNvPr>
          <p:cNvSpPr/>
          <p:nvPr/>
        </p:nvSpPr>
        <p:spPr>
          <a:xfrm>
            <a:off x="8020050" y="6026924"/>
            <a:ext cx="1866900" cy="2377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Plasma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802025-E1B2-4645-4615-9803B4C2E8F6}"/>
              </a:ext>
            </a:extLst>
          </p:cNvPr>
          <p:cNvSpPr/>
          <p:nvPr/>
        </p:nvSpPr>
        <p:spPr>
          <a:xfrm>
            <a:off x="8020050" y="6341668"/>
            <a:ext cx="1866900" cy="2377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 activated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F23537-A42F-3EC4-BA17-18D778738407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2450463" y="2290762"/>
            <a:ext cx="1950087" cy="885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79FF52-05CA-332D-8DA7-F29CCE46CDB7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2450463" y="2792412"/>
            <a:ext cx="1950087" cy="384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7BEABD-594A-34B3-8397-E51F687CA4F5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2450463" y="3176586"/>
            <a:ext cx="1950087" cy="117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270A2A-A775-E633-8935-D7BD53089447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753099" y="1157888"/>
            <a:ext cx="2266951" cy="1132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3087C6E-69E0-E789-90F5-49AC53E1A05D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 flipV="1">
            <a:off x="5753099" y="1475973"/>
            <a:ext cx="2266951" cy="1316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258969-8565-BF15-197D-F89F970E17E3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5753099" y="1784944"/>
            <a:ext cx="2266951" cy="1007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298209F-CEC5-546F-0FC9-D2F08F302EFD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2450463" y="3955254"/>
            <a:ext cx="1950087" cy="513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9D1C436-4CAC-EFB2-AD03-66A9B2C05957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2450463" y="4417217"/>
            <a:ext cx="1950088" cy="51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BDC102-751A-A3F0-320A-67B99AEB60A2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450463" y="4468810"/>
            <a:ext cx="1950087" cy="4667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4E659B-23D1-F9C9-9561-5395897E77F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450463" y="5662578"/>
            <a:ext cx="1950088" cy="23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8FB0B81-E21A-7CEF-0E14-13C5D15FAA7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450463" y="5895972"/>
            <a:ext cx="1950088" cy="266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04AE4CD-1815-97E8-B83B-EE6A2977F300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 flipV="1">
            <a:off x="5753099" y="2107206"/>
            <a:ext cx="2266951" cy="1186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5A460DC-9849-5E5A-25F1-CDE43FF2604E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5753099" y="2424706"/>
            <a:ext cx="2266951" cy="869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5997BB9-251A-69D9-704F-9C5B8A01BCF5}"/>
              </a:ext>
            </a:extLst>
          </p:cNvPr>
          <p:cNvCxnSpPr>
            <a:cxnSpLocks/>
            <a:stCxn id="11" idx="3"/>
            <a:endCxn id="21" idx="1"/>
          </p:cNvCxnSpPr>
          <p:nvPr/>
        </p:nvCxnSpPr>
        <p:spPr>
          <a:xfrm flipV="1">
            <a:off x="5753099" y="3006439"/>
            <a:ext cx="2266951" cy="948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9870346-847C-18EA-5254-E6C4E84C84D1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5753099" y="3307671"/>
            <a:ext cx="2266951" cy="1109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637C0C5-BF10-438E-89D0-4C25A26A96FC}"/>
              </a:ext>
            </a:extLst>
          </p:cNvPr>
          <p:cNvCxnSpPr>
            <a:cxnSpLocks/>
            <a:stCxn id="10" idx="3"/>
            <a:endCxn id="23" idx="1"/>
          </p:cNvCxnSpPr>
          <p:nvPr/>
        </p:nvCxnSpPr>
        <p:spPr>
          <a:xfrm flipV="1">
            <a:off x="5753099" y="3606523"/>
            <a:ext cx="2266951" cy="810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607CF06-B8B7-F747-D879-C1ED7CB5AD84}"/>
              </a:ext>
            </a:extLst>
          </p:cNvPr>
          <p:cNvCxnSpPr>
            <a:cxnSpLocks/>
            <a:stCxn id="9" idx="3"/>
            <a:endCxn id="24" idx="1"/>
          </p:cNvCxnSpPr>
          <p:nvPr/>
        </p:nvCxnSpPr>
        <p:spPr>
          <a:xfrm flipV="1">
            <a:off x="5753097" y="3921040"/>
            <a:ext cx="2266953" cy="1014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2A0A439-D846-01B8-4148-8CEAF96C99DD}"/>
              </a:ext>
            </a:extLst>
          </p:cNvPr>
          <p:cNvCxnSpPr>
            <a:cxnSpLocks/>
            <a:stCxn id="9" idx="3"/>
            <a:endCxn id="25" idx="1"/>
          </p:cNvCxnSpPr>
          <p:nvPr/>
        </p:nvCxnSpPr>
        <p:spPr>
          <a:xfrm flipV="1">
            <a:off x="5753097" y="4246471"/>
            <a:ext cx="2266953" cy="689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25BA078-693E-A174-72EE-3176A7275738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5753097" y="4812310"/>
            <a:ext cx="2266953" cy="850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E3C8F31-971F-5554-F212-3C73F51DD302}"/>
              </a:ext>
            </a:extLst>
          </p:cNvPr>
          <p:cNvCxnSpPr>
            <a:cxnSpLocks/>
            <a:stCxn id="7" idx="3"/>
            <a:endCxn id="27" idx="1"/>
          </p:cNvCxnSpPr>
          <p:nvPr/>
        </p:nvCxnSpPr>
        <p:spPr>
          <a:xfrm flipV="1">
            <a:off x="5753097" y="5145681"/>
            <a:ext cx="2266953" cy="516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C2C0E57-1AD6-5A7E-6745-BE784EE53CE8}"/>
              </a:ext>
            </a:extLst>
          </p:cNvPr>
          <p:cNvCxnSpPr>
            <a:cxnSpLocks/>
            <a:stCxn id="7" idx="3"/>
            <a:endCxn id="28" idx="1"/>
          </p:cNvCxnSpPr>
          <p:nvPr/>
        </p:nvCxnSpPr>
        <p:spPr>
          <a:xfrm flipV="1">
            <a:off x="5753097" y="5479052"/>
            <a:ext cx="2266953" cy="183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576FB82-A2BD-DB06-E2FF-C492CF0CD69D}"/>
              </a:ext>
            </a:extLst>
          </p:cNvPr>
          <p:cNvCxnSpPr>
            <a:cxnSpLocks/>
            <a:stCxn id="7" idx="3"/>
            <a:endCxn id="29" idx="1"/>
          </p:cNvCxnSpPr>
          <p:nvPr/>
        </p:nvCxnSpPr>
        <p:spPr>
          <a:xfrm>
            <a:off x="5753097" y="5662578"/>
            <a:ext cx="2266953" cy="149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4307A6A-A7A6-EC2D-23E1-E54A01B05BF5}"/>
              </a:ext>
            </a:extLst>
          </p:cNvPr>
          <p:cNvCxnSpPr>
            <a:cxnSpLocks/>
            <a:stCxn id="8" idx="3"/>
            <a:endCxn id="30" idx="1"/>
          </p:cNvCxnSpPr>
          <p:nvPr/>
        </p:nvCxnSpPr>
        <p:spPr>
          <a:xfrm flipV="1">
            <a:off x="5753097" y="6145792"/>
            <a:ext cx="2266953" cy="16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682C351-E862-D467-7E93-CC9784EC24EE}"/>
              </a:ext>
            </a:extLst>
          </p:cNvPr>
          <p:cNvCxnSpPr>
            <a:cxnSpLocks/>
            <a:stCxn id="8" idx="3"/>
            <a:endCxn id="31" idx="1"/>
          </p:cNvCxnSpPr>
          <p:nvPr/>
        </p:nvCxnSpPr>
        <p:spPr>
          <a:xfrm>
            <a:off x="5753097" y="6162642"/>
            <a:ext cx="2266953" cy="297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993AB136-FA3A-2A47-ADE0-4DE9CFF5A729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AA80F0-CD7C-14C1-CE67-34BF14FD828C}"/>
              </a:ext>
            </a:extLst>
          </p:cNvPr>
          <p:cNvSpPr txBox="1"/>
          <p:nvPr/>
        </p:nvSpPr>
        <p:spPr>
          <a:xfrm>
            <a:off x="609600" y="2226073"/>
            <a:ext cx="1352549" cy="38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TIER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740D1D-4B6C-7F7B-9518-494CCFFA8E76}"/>
              </a:ext>
            </a:extLst>
          </p:cNvPr>
          <p:cNvSpPr txBox="1"/>
          <p:nvPr/>
        </p:nvSpPr>
        <p:spPr>
          <a:xfrm>
            <a:off x="4400548" y="1273378"/>
            <a:ext cx="1352549" cy="38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TIER 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026E50-ACFC-3C2D-B886-64F8B6086ED4}"/>
              </a:ext>
            </a:extLst>
          </p:cNvPr>
          <p:cNvSpPr txBox="1"/>
          <p:nvPr/>
        </p:nvSpPr>
        <p:spPr>
          <a:xfrm>
            <a:off x="8277225" y="304067"/>
            <a:ext cx="1352549" cy="38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TIER 3</a:t>
            </a:r>
          </a:p>
        </p:txBody>
      </p:sp>
    </p:spTree>
    <p:extLst>
      <p:ext uri="{BB962C8B-B14F-4D97-AF65-F5344CB8AC3E}">
        <p14:creationId xmlns:p14="http://schemas.microsoft.com/office/powerpoint/2010/main" val="769701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2B22-7AF2-B46C-DE34-07984E2B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7552"/>
          </a:xfrm>
        </p:spPr>
        <p:txBody>
          <a:bodyPr>
            <a:normAutofit fontScale="90000"/>
          </a:bodyPr>
          <a:lstStyle/>
          <a:p>
            <a:r>
              <a:rPr lang="en-US" dirty="0"/>
              <a:t>Gene module scores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69E65-3E79-7CCD-4A69-18E72ADA88F2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  <p:pic>
        <p:nvPicPr>
          <p:cNvPr id="6" name="Picture 5" descr="A graph of colored lines&#10;&#10;AI-generated content may be incorrect.">
            <a:extLst>
              <a:ext uri="{FF2B5EF4-FFF2-40B4-BE49-F238E27FC236}">
                <a16:creationId xmlns:a16="http://schemas.microsoft.com/office/drawing/2014/main" id="{B6A85BFF-FB7E-12C8-213A-2671A808C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160585"/>
            <a:ext cx="3699039" cy="3603785"/>
          </a:xfrm>
          <a:prstGeom prst="rect">
            <a:avLst/>
          </a:prstGeom>
        </p:spPr>
      </p:pic>
      <p:pic>
        <p:nvPicPr>
          <p:cNvPr id="8" name="Picture 7" descr="A graph of colored lines&#10;&#10;AI-generated content may be incorrect.">
            <a:extLst>
              <a:ext uri="{FF2B5EF4-FFF2-40B4-BE49-F238E27FC236}">
                <a16:creationId xmlns:a16="http://schemas.microsoft.com/office/drawing/2014/main" id="{EECC8E8E-BF55-EDC0-E996-A11EEA906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565" y="1160584"/>
            <a:ext cx="3699123" cy="36037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55ADC9-BADE-D731-2AEB-6CB95C4AC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965" y="1160585"/>
            <a:ext cx="3706996" cy="3603785"/>
          </a:xfrm>
          <a:prstGeom prst="rect">
            <a:avLst/>
          </a:prstGeom>
        </p:spPr>
      </p:pic>
      <p:pic>
        <p:nvPicPr>
          <p:cNvPr id="12" name="Graphic 11" descr="Sad face outline with solid fill">
            <a:extLst>
              <a:ext uri="{FF2B5EF4-FFF2-40B4-BE49-F238E27FC236}">
                <a16:creationId xmlns:a16="http://schemas.microsoft.com/office/drawing/2014/main" id="{563F8347-AB21-EFCA-7329-8812C2F2D6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2985" y="496203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5F38EA-B6B6-A9D7-AC8B-5CE162FC4C3D}"/>
              </a:ext>
            </a:extLst>
          </p:cNvPr>
          <p:cNvSpPr txBox="1"/>
          <p:nvPr/>
        </p:nvSpPr>
        <p:spPr>
          <a:xfrm>
            <a:off x="2344615" y="5240215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Prominent marker genes don’t seem to exist in the data…</a:t>
            </a:r>
          </a:p>
        </p:txBody>
      </p:sp>
    </p:spTree>
    <p:extLst>
      <p:ext uri="{BB962C8B-B14F-4D97-AF65-F5344CB8AC3E}">
        <p14:creationId xmlns:p14="http://schemas.microsoft.com/office/powerpoint/2010/main" val="382874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1B947-7FB1-79BE-4FA7-5984610D6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13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Starting (entirely) from scratch: sample 1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969DCE-1320-876C-98C3-83BFD1F349B8}"/>
              </a:ext>
            </a:extLst>
          </p:cNvPr>
          <p:cNvSpPr/>
          <p:nvPr/>
        </p:nvSpPr>
        <p:spPr>
          <a:xfrm>
            <a:off x="361950" y="3771900"/>
            <a:ext cx="1143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“Unknown”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5821D6-3C41-76C4-500B-35C49D3FB15B}"/>
              </a:ext>
            </a:extLst>
          </p:cNvPr>
          <p:cNvSpPr/>
          <p:nvPr/>
        </p:nvSpPr>
        <p:spPr>
          <a:xfrm>
            <a:off x="1862137" y="3733800"/>
            <a:ext cx="1338263" cy="457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Find Markers (DE)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63F24A-0D3E-E841-273B-19F8B6F1CA1F}"/>
              </a:ext>
            </a:extLst>
          </p:cNvPr>
          <p:cNvSpPr/>
          <p:nvPr/>
        </p:nvSpPr>
        <p:spPr>
          <a:xfrm>
            <a:off x="3557587" y="3733800"/>
            <a:ext cx="1338263" cy="457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Filter and test gene lists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773AD-D115-E604-EDF1-870B9AF5222C}"/>
              </a:ext>
            </a:extLst>
          </p:cNvPr>
          <p:cNvSpPr/>
          <p:nvPr/>
        </p:nvSpPr>
        <p:spPr>
          <a:xfrm>
            <a:off x="3083718" y="5095876"/>
            <a:ext cx="11430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Enrichr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AA59F4-4D7D-27E8-4BBE-34179782C615}"/>
              </a:ext>
            </a:extLst>
          </p:cNvPr>
          <p:cNvSpPr/>
          <p:nvPr/>
        </p:nvSpPr>
        <p:spPr>
          <a:xfrm>
            <a:off x="5815012" y="3133725"/>
            <a:ext cx="1581150" cy="16573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Can you confidently assign a tier label?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59D79-AAB4-07AE-13EE-DDB4BD4A703D}"/>
              </a:ext>
            </a:extLst>
          </p:cNvPr>
          <p:cNvSpPr/>
          <p:nvPr/>
        </p:nvSpPr>
        <p:spPr>
          <a:xfrm>
            <a:off x="8524875" y="2695576"/>
            <a:ext cx="1143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[Cell Label]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66BFFC-A8A5-8CE5-7D5E-98A8935D27E9}"/>
              </a:ext>
            </a:extLst>
          </p:cNvPr>
          <p:cNvSpPr/>
          <p:nvPr/>
        </p:nvSpPr>
        <p:spPr>
          <a:xfrm>
            <a:off x="10244137" y="2657475"/>
            <a:ext cx="1338263" cy="457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Subcluster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71E217-8A64-606D-35D6-26D4E85D8C77}"/>
              </a:ext>
            </a:extLst>
          </p:cNvPr>
          <p:cNvSpPr/>
          <p:nvPr/>
        </p:nvSpPr>
        <p:spPr>
          <a:xfrm>
            <a:off x="8536781" y="4448176"/>
            <a:ext cx="1143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“Unknown”</a:t>
            </a:r>
          </a:p>
        </p:txBody>
      </p:sp>
      <p:pic>
        <p:nvPicPr>
          <p:cNvPr id="13" name="Graphic 12" descr="Lock outline">
            <a:extLst>
              <a:ext uri="{FF2B5EF4-FFF2-40B4-BE49-F238E27FC236}">
                <a16:creationId xmlns:a16="http://schemas.microsoft.com/office/drawing/2014/main" id="{EB98C16F-9835-8AFE-4155-02178E8E2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2525" y="2047876"/>
            <a:ext cx="647700" cy="647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28A93E-BA36-4E54-F5A4-41A1BDB46D39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504950" y="3962400"/>
            <a:ext cx="35718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6A056A-CAAD-4368-C434-A65283460DB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200400" y="3962401"/>
            <a:ext cx="357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4C380A-DDE7-D356-ECDC-58B2E7B1FE1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3655218" y="4191001"/>
            <a:ext cx="571501" cy="90487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69B5F43-0C84-53DC-4FE4-22D6AACB5C5D}"/>
              </a:ext>
            </a:extLst>
          </p:cNvPr>
          <p:cNvCxnSpPr>
            <a:cxnSpLocks/>
            <a:stCxn id="6" idx="3"/>
            <a:endCxn id="8" idx="2"/>
          </p:cNvCxnSpPr>
          <p:nvPr/>
        </p:nvCxnSpPr>
        <p:spPr>
          <a:xfrm flipV="1">
            <a:off x="4895850" y="3962400"/>
            <a:ext cx="91916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FD0543-2162-3C62-AF69-58C4F9364F41}"/>
              </a:ext>
            </a:extLst>
          </p:cNvPr>
          <p:cNvCxnSpPr>
            <a:cxnSpLocks/>
            <a:stCxn id="8" idx="6"/>
            <a:endCxn id="9" idx="1"/>
          </p:cNvCxnSpPr>
          <p:nvPr/>
        </p:nvCxnSpPr>
        <p:spPr>
          <a:xfrm flipV="1">
            <a:off x="7396162" y="2886076"/>
            <a:ext cx="1128713" cy="1076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9DA7EB6-B058-0C3C-3948-8635DC62FAAE}"/>
              </a:ext>
            </a:extLst>
          </p:cNvPr>
          <p:cNvCxnSpPr>
            <a:cxnSpLocks/>
            <a:stCxn id="8" idx="6"/>
            <a:endCxn id="11" idx="1"/>
          </p:cNvCxnSpPr>
          <p:nvPr/>
        </p:nvCxnSpPr>
        <p:spPr>
          <a:xfrm>
            <a:off x="7396162" y="3962400"/>
            <a:ext cx="1140619" cy="676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20A27E5-5363-D747-FC07-2B1C8C8AE2E3}"/>
              </a:ext>
            </a:extLst>
          </p:cNvPr>
          <p:cNvSpPr txBox="1"/>
          <p:nvPr/>
        </p:nvSpPr>
        <p:spPr>
          <a:xfrm>
            <a:off x="7572375" y="2886075"/>
            <a:ext cx="647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DFCC52-418E-C544-E6F4-FF3A78416A73}"/>
              </a:ext>
            </a:extLst>
          </p:cNvPr>
          <p:cNvSpPr txBox="1"/>
          <p:nvPr/>
        </p:nvSpPr>
        <p:spPr>
          <a:xfrm>
            <a:off x="7636668" y="4476751"/>
            <a:ext cx="647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5C1025-84E5-726E-7511-C295B15F2F9D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9667875" y="2886076"/>
            <a:ext cx="5762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7AE6A2B7-D7D3-3EFB-26E3-B6DD495324CB}"/>
              </a:ext>
            </a:extLst>
          </p:cNvPr>
          <p:cNvCxnSpPr>
            <a:cxnSpLocks/>
            <a:stCxn id="11" idx="2"/>
            <a:endCxn id="4" idx="2"/>
          </p:cNvCxnSpPr>
          <p:nvPr/>
        </p:nvCxnSpPr>
        <p:spPr>
          <a:xfrm rot="5400000" flipH="1">
            <a:off x="4682728" y="403623"/>
            <a:ext cx="676276" cy="8174831"/>
          </a:xfrm>
          <a:prstGeom prst="curvedConnector3">
            <a:avLst>
              <a:gd name="adj1" fmla="val -20422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5D4BBB54-4685-A8F3-B958-5E78FA27DE0C}"/>
              </a:ext>
            </a:extLst>
          </p:cNvPr>
          <p:cNvCxnSpPr>
            <a:cxnSpLocks/>
            <a:stCxn id="10" idx="0"/>
            <a:endCxn id="5" idx="0"/>
          </p:cNvCxnSpPr>
          <p:nvPr/>
        </p:nvCxnSpPr>
        <p:spPr>
          <a:xfrm rot="16200000" flipH="1" flipV="1">
            <a:off x="6184106" y="-995363"/>
            <a:ext cx="1076325" cy="8382000"/>
          </a:xfrm>
          <a:prstGeom prst="curvedConnector3">
            <a:avLst>
              <a:gd name="adj1" fmla="val -9557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46079FF-4004-F81B-4798-0A5BDD15E9A1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955A3F-468A-DD7A-8C02-BB9B6180B05D}"/>
              </a:ext>
            </a:extLst>
          </p:cNvPr>
          <p:cNvSpPr/>
          <p:nvPr/>
        </p:nvSpPr>
        <p:spPr>
          <a:xfrm>
            <a:off x="4540574" y="4846083"/>
            <a:ext cx="1143000" cy="6307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Human protein atlas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6DBE44-6AAA-2A02-775D-368883A1AD93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4226719" y="4191001"/>
            <a:ext cx="885355" cy="65508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01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7A5CA-A5D6-F2C0-D9C2-0EA7D662A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 cluster marker genes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117C2-B289-68F6-FB48-2324A77C8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18000"/>
          </a:xfrm>
        </p:spPr>
        <p:txBody>
          <a:bodyPr/>
          <a:lstStyle/>
          <a:p>
            <a:r>
              <a:rPr lang="en-US" dirty="0"/>
              <a:t>Test enrichment in significant markers</a:t>
            </a:r>
          </a:p>
          <a:p>
            <a:pPr lvl="1"/>
            <a:r>
              <a:rPr lang="en-US" dirty="0" err="1"/>
              <a:t>Enirchr</a:t>
            </a:r>
            <a:r>
              <a:rPr lang="en-US" dirty="0"/>
              <a:t>, </a:t>
            </a:r>
            <a:r>
              <a:rPr lang="en-US" dirty="0">
                <a:hlinkClick r:id="rId2"/>
              </a:rPr>
              <a:t>https://maayanlab.cloud/Enrichr/</a:t>
            </a:r>
            <a:endParaRPr lang="en-US" dirty="0"/>
          </a:p>
          <a:p>
            <a:r>
              <a:rPr lang="en-US" dirty="0"/>
              <a:t> High pct.1</a:t>
            </a:r>
          </a:p>
          <a:p>
            <a:pPr lvl="1"/>
            <a:r>
              <a:rPr lang="en-US" dirty="0"/>
              <a:t>search human protein atlas</a:t>
            </a:r>
          </a:p>
          <a:p>
            <a:pPr lvl="1"/>
            <a:r>
              <a:rPr lang="en-US" dirty="0"/>
              <a:t>Ask AI</a:t>
            </a:r>
          </a:p>
          <a:p>
            <a:pPr lvl="1"/>
            <a:r>
              <a:rPr lang="en-US" dirty="0"/>
              <a:t>Ask your advisor, an expert, a collaborator</a:t>
            </a:r>
          </a:p>
          <a:p>
            <a:r>
              <a:rPr lang="en-US" dirty="0"/>
              <a:t>Visualize</a:t>
            </a:r>
          </a:p>
          <a:p>
            <a:r>
              <a:rPr lang="en-US" dirty="0"/>
              <a:t>Filter results for uniqueness</a:t>
            </a:r>
          </a:p>
          <a:p>
            <a:pPr lvl="1"/>
            <a:r>
              <a:rPr lang="en-US" dirty="0"/>
              <a:t>Exclude genes appearing in multiple cluster DEG lists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6EFF0-C738-8BAF-2E1C-F0B07D369864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</p:spTree>
    <p:extLst>
      <p:ext uri="{BB962C8B-B14F-4D97-AF65-F5344CB8AC3E}">
        <p14:creationId xmlns:p14="http://schemas.microsoft.com/office/powerpoint/2010/main" val="1137982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2926-99D5-6EF5-AB9C-7AB3F9AB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467"/>
            <a:ext cx="10515600" cy="508469"/>
          </a:xfrm>
        </p:spPr>
        <p:txBody>
          <a:bodyPr>
            <a:normAutofit fontScale="90000"/>
          </a:bodyPr>
          <a:lstStyle/>
          <a:p>
            <a:r>
              <a:rPr lang="en-US" dirty="0"/>
              <a:t>Iteration 1…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6EA79-0BFC-80FB-1E9A-4EA520BAD0D8}"/>
              </a:ext>
            </a:extLst>
          </p:cNvPr>
          <p:cNvSpPr txBox="1"/>
          <p:nvPr/>
        </p:nvSpPr>
        <p:spPr>
          <a:xfrm>
            <a:off x="323850" y="5486400"/>
            <a:ext cx="4905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*I sorted marker genes by LogFoldChange, filtered by p-value, and sliced top 20 genes/cluster. Do whatever feels appropriate to your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47A9D-5ABA-FC90-70F0-2C7826E421EA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6B72B-C016-8617-2A52-C0DAB7286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890366"/>
              </p:ext>
            </p:extLst>
          </p:nvPr>
        </p:nvGraphicFramePr>
        <p:xfrm>
          <a:off x="572904" y="894397"/>
          <a:ext cx="3541895" cy="4351345"/>
        </p:xfrm>
        <a:graphic>
          <a:graphicData uri="http://schemas.openxmlformats.org/drawingml/2006/table">
            <a:tbl>
              <a:tblPr/>
              <a:tblGrid>
                <a:gridCol w="505985">
                  <a:extLst>
                    <a:ext uri="{9D8B030D-6E8A-4147-A177-3AD203B41FA5}">
                      <a16:colId xmlns:a16="http://schemas.microsoft.com/office/drawing/2014/main" val="2021089247"/>
                    </a:ext>
                  </a:extLst>
                </a:gridCol>
                <a:gridCol w="505985">
                  <a:extLst>
                    <a:ext uri="{9D8B030D-6E8A-4147-A177-3AD203B41FA5}">
                      <a16:colId xmlns:a16="http://schemas.microsoft.com/office/drawing/2014/main" val="554490716"/>
                    </a:ext>
                  </a:extLst>
                </a:gridCol>
                <a:gridCol w="505985">
                  <a:extLst>
                    <a:ext uri="{9D8B030D-6E8A-4147-A177-3AD203B41FA5}">
                      <a16:colId xmlns:a16="http://schemas.microsoft.com/office/drawing/2014/main" val="1799639441"/>
                    </a:ext>
                  </a:extLst>
                </a:gridCol>
                <a:gridCol w="505985">
                  <a:extLst>
                    <a:ext uri="{9D8B030D-6E8A-4147-A177-3AD203B41FA5}">
                      <a16:colId xmlns:a16="http://schemas.microsoft.com/office/drawing/2014/main" val="613284695"/>
                    </a:ext>
                  </a:extLst>
                </a:gridCol>
                <a:gridCol w="505985">
                  <a:extLst>
                    <a:ext uri="{9D8B030D-6E8A-4147-A177-3AD203B41FA5}">
                      <a16:colId xmlns:a16="http://schemas.microsoft.com/office/drawing/2014/main" val="4294790545"/>
                    </a:ext>
                  </a:extLst>
                </a:gridCol>
                <a:gridCol w="505985">
                  <a:extLst>
                    <a:ext uri="{9D8B030D-6E8A-4147-A177-3AD203B41FA5}">
                      <a16:colId xmlns:a16="http://schemas.microsoft.com/office/drawing/2014/main" val="3231404888"/>
                    </a:ext>
                  </a:extLst>
                </a:gridCol>
                <a:gridCol w="505985">
                  <a:extLst>
                    <a:ext uri="{9D8B030D-6E8A-4147-A177-3AD203B41FA5}">
                      <a16:colId xmlns:a16="http://schemas.microsoft.com/office/drawing/2014/main" val="1421466989"/>
                    </a:ext>
                  </a:extLst>
                </a:gridCol>
              </a:tblGrid>
              <a:tr h="24144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p_val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avg_log2FC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pct.1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pct.2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p_val_adj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cluster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01094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6.386292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0.431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LYZ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909370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2.04E-18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0.256428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0.295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3.63E-14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CD74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089655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6.24E-06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0.108098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0.111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0.111132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MT-ND3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578018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6.587606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606008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1.28E-07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0.173696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0.128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0.002277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MT-CO2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594423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6.588392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0.127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ITGAX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163133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7.26094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FGL2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696101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6.447549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FOS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427881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4.116674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LAMTOR1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054148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1.19E-06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0.209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0.021171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PFN1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569257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0.000393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0.113869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OAZ1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38786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0.000101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0.157536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UBA52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019042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8.64E-284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3.647087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1.54E-279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UBE2R2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500848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1.64E-07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0.282846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0.002926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APOE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960042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9.94E-06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0.151005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0.177022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MT-ND2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758542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4.63E-08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0.1682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0.272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0.000825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ACTB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043855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3.227129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CLU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71445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0.00292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0.100097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0.118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EVL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530315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3.955135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DDX6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051415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0.008748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0.139188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TRBC2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116623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0.000726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0.149919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SELL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95113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4.262113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BICDL1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579292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0.006225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0.135163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TCF7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017780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2.15E-118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3.058043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3.84E-114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POU2AF1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069487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1.15E-185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3.632954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2.04E-181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ATP6V1G1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342592"/>
                  </a:ext>
                </a:extLst>
              </a:tr>
              <a:tr h="24144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0.000377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0.275182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0.052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TBC1D10C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765033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3.71E-170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3.552015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6.61E-166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CD40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124513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0.000918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0.228154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CYTIP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711816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0.005788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0.23369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SLC38A1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97905"/>
                  </a:ext>
                </a:extLst>
              </a:tr>
              <a:tr h="133395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1.30E-05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0.40323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0.048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0.230729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MSN</a:t>
                      </a:r>
                    </a:p>
                  </a:txBody>
                  <a:tcPr marL="6670" marR="6670" marT="66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660315"/>
                  </a:ext>
                </a:extLst>
              </a:tr>
            </a:tbl>
          </a:graphicData>
        </a:graphic>
      </p:graphicFrame>
      <p:pic>
        <p:nvPicPr>
          <p:cNvPr id="8" name="Picture 7" descr="A screenshot of a cell type&#10;&#10;AI-generated content may be incorrect.">
            <a:extLst>
              <a:ext uri="{FF2B5EF4-FFF2-40B4-BE49-F238E27FC236}">
                <a16:creationId xmlns:a16="http://schemas.microsoft.com/office/drawing/2014/main" id="{C2588462-AA47-0E8B-9551-D0F6BB354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258" y="550355"/>
            <a:ext cx="6251667" cy="58175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FAC70C-2BFD-4A0E-3E2D-19577647F4F2}"/>
              </a:ext>
            </a:extLst>
          </p:cNvPr>
          <p:cNvSpPr/>
          <p:nvPr/>
        </p:nvSpPr>
        <p:spPr>
          <a:xfrm>
            <a:off x="3552825" y="1123950"/>
            <a:ext cx="561974" cy="202882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941889-FE6D-A1F4-5FE2-1743DB3A6639}"/>
              </a:ext>
            </a:extLst>
          </p:cNvPr>
          <p:cNvCxnSpPr>
            <a:endCxn id="8" idx="1"/>
          </p:cNvCxnSpPr>
          <p:nvPr/>
        </p:nvCxnSpPr>
        <p:spPr>
          <a:xfrm>
            <a:off x="4114799" y="2143125"/>
            <a:ext cx="1606459" cy="1315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2492D4C-B826-D980-69CA-89198169D00A}"/>
              </a:ext>
            </a:extLst>
          </p:cNvPr>
          <p:cNvSpPr/>
          <p:nvPr/>
        </p:nvSpPr>
        <p:spPr>
          <a:xfrm>
            <a:off x="5932669" y="3459117"/>
            <a:ext cx="1724025" cy="627108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40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C563-FE8E-72FE-F845-6236F005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en-US" dirty="0"/>
              <a:t>Iteration 2…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5825C5-D5C2-7A9D-2D14-7B44B802F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522724"/>
              </p:ext>
            </p:extLst>
          </p:nvPr>
        </p:nvGraphicFramePr>
        <p:xfrm>
          <a:off x="203200" y="1937948"/>
          <a:ext cx="4267200" cy="316611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37110380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218959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911647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25264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373371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29832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47687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p_val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avg_log2FC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pct.1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pct.2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p_val_adj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cluster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8908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3.21E-220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2.734268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5.22E-216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5297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0.000541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0.879699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4817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0.000488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0.839234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PFN1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2917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0.000166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1.101591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DGKA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482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0.742535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FXYD5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675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0.009144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0.730956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TRBC1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5571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0.003168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0.93107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TBC1D10C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2959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0.003169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1.09026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TCF7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6386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0.002806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1.180416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MBNL1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5488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0.001046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1.103496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CD28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2233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1.043401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7950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0.000244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1.726841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RCAN3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2197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0.003518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1.506445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ANKHD1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2407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0.007414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0.980168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Stromal_1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GIMAP4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73317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E912BE8-4BC3-FA9F-52C9-14CD12B8D1B1}"/>
              </a:ext>
            </a:extLst>
          </p:cNvPr>
          <p:cNvSpPr/>
          <p:nvPr/>
        </p:nvSpPr>
        <p:spPr>
          <a:xfrm>
            <a:off x="1376219" y="2115127"/>
            <a:ext cx="2872509" cy="4156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12486E-FB25-F91A-E030-F44C27D2D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224" y="2115127"/>
            <a:ext cx="6876576" cy="218689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C16FFBF-8652-4354-1800-EC6083ECE937}"/>
              </a:ext>
            </a:extLst>
          </p:cNvPr>
          <p:cNvSpPr txBox="1">
            <a:spLocks/>
          </p:cNvSpPr>
          <p:nvPr/>
        </p:nvSpPr>
        <p:spPr>
          <a:xfrm>
            <a:off x="5428672" y="5360554"/>
            <a:ext cx="4721710" cy="632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Oops, “T lineage”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62791-7D58-EBCA-C7C4-8CFDA21271B7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</p:spTree>
    <p:extLst>
      <p:ext uri="{BB962C8B-B14F-4D97-AF65-F5344CB8AC3E}">
        <p14:creationId xmlns:p14="http://schemas.microsoft.com/office/powerpoint/2010/main" val="2737122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87B2-DF58-E69C-A2FB-8954A6684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26"/>
            <a:ext cx="10515600" cy="539750"/>
          </a:xfrm>
        </p:spPr>
        <p:txBody>
          <a:bodyPr>
            <a:normAutofit fontScale="90000"/>
          </a:bodyPr>
          <a:lstStyle/>
          <a:p>
            <a:r>
              <a:rPr lang="en-US" dirty="0"/>
              <a:t>Make a reference</a:t>
            </a:r>
          </a:p>
        </p:txBody>
      </p:sp>
      <p:pic>
        <p:nvPicPr>
          <p:cNvPr id="5" name="Picture 4" descr="A colorful blotches with text&#10;&#10;AI-generated content may be incorrect.">
            <a:extLst>
              <a:ext uri="{FF2B5EF4-FFF2-40B4-BE49-F238E27FC236}">
                <a16:creationId xmlns:a16="http://schemas.microsoft.com/office/drawing/2014/main" id="{C8E56093-BC36-6721-4B2F-EEDC63ED1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0" t="18589" r="39657" b="12368"/>
          <a:stretch>
            <a:fillRect/>
          </a:stretch>
        </p:blipFill>
        <p:spPr>
          <a:xfrm>
            <a:off x="7012737" y="485776"/>
            <a:ext cx="3390047" cy="3823853"/>
          </a:xfrm>
          <a:prstGeom prst="rect">
            <a:avLst/>
          </a:prstGeom>
        </p:spPr>
      </p:pic>
      <p:pic>
        <p:nvPicPr>
          <p:cNvPr id="7" name="Picture 6" descr="A colorful splattered image&#10;&#10;AI-generated content may be incorrect.">
            <a:extLst>
              <a:ext uri="{FF2B5EF4-FFF2-40B4-BE49-F238E27FC236}">
                <a16:creationId xmlns:a16="http://schemas.microsoft.com/office/drawing/2014/main" id="{EBF5FFBD-1C02-0283-C23E-9D5E68ACA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1" t="7619" r="6188" b="8745"/>
          <a:stretch>
            <a:fillRect/>
          </a:stretch>
        </p:blipFill>
        <p:spPr>
          <a:xfrm>
            <a:off x="159442" y="1062843"/>
            <a:ext cx="1920108" cy="18917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 descr="A colorful splattered image&#10;&#10;AI-generated content may be incorrect.">
            <a:extLst>
              <a:ext uri="{FF2B5EF4-FFF2-40B4-BE49-F238E27FC236}">
                <a16:creationId xmlns:a16="http://schemas.microsoft.com/office/drawing/2014/main" id="{EDD60481-0DD7-6CA0-B7A9-E85B6B6AB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27" t="9305" r="1863" b="7532"/>
          <a:stretch>
            <a:fillRect/>
          </a:stretch>
        </p:blipFill>
        <p:spPr>
          <a:xfrm>
            <a:off x="612060" y="2450770"/>
            <a:ext cx="1906861" cy="24227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 descr="A colorful splattered image&#10;&#10;AI-generated content may be incorrect.">
            <a:extLst>
              <a:ext uri="{FF2B5EF4-FFF2-40B4-BE49-F238E27FC236}">
                <a16:creationId xmlns:a16="http://schemas.microsoft.com/office/drawing/2014/main" id="{9C106F3D-6A92-BC12-6C3F-161DBEE9D5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6" t="23031" r="16136" b="7532"/>
          <a:stretch>
            <a:fillRect/>
          </a:stretch>
        </p:blipFill>
        <p:spPr>
          <a:xfrm>
            <a:off x="1287514" y="3906980"/>
            <a:ext cx="2122494" cy="22325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 descr="A colorful blotches with text&#10;&#10;AI-generated content may be incorrect.">
            <a:extLst>
              <a:ext uri="{FF2B5EF4-FFF2-40B4-BE49-F238E27FC236}">
                <a16:creationId xmlns:a16="http://schemas.microsoft.com/office/drawing/2014/main" id="{DF350B79-3C9B-4BE1-FA7A-5428016D1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39" t="18589" b="12368"/>
          <a:stretch>
            <a:fillRect/>
          </a:stretch>
        </p:blipFill>
        <p:spPr>
          <a:xfrm>
            <a:off x="10402784" y="638176"/>
            <a:ext cx="1782174" cy="38238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7E06D6-2D2F-4911-861C-31CD24C87167}"/>
              </a:ext>
            </a:extLst>
          </p:cNvPr>
          <p:cNvSpPr txBox="1"/>
          <p:nvPr/>
        </p:nvSpPr>
        <p:spPr>
          <a:xfrm>
            <a:off x="63405" y="1032337"/>
            <a:ext cx="1154460" cy="284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Ref sample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54C6CE-592E-BA6B-B334-E45145208268}"/>
              </a:ext>
            </a:extLst>
          </p:cNvPr>
          <p:cNvSpPr txBox="1"/>
          <p:nvPr/>
        </p:nvSpPr>
        <p:spPr>
          <a:xfrm>
            <a:off x="542266" y="2450770"/>
            <a:ext cx="1154460" cy="284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Ref sample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BB1AB3-703F-560D-0740-80FC459FEC33}"/>
              </a:ext>
            </a:extLst>
          </p:cNvPr>
          <p:cNvSpPr txBox="1"/>
          <p:nvPr/>
        </p:nvSpPr>
        <p:spPr>
          <a:xfrm>
            <a:off x="1287514" y="3906980"/>
            <a:ext cx="1154460" cy="284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Ref sample 3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CB2B3208-D2B0-5F70-EBBD-A14D64F2C96F}"/>
              </a:ext>
            </a:extLst>
          </p:cNvPr>
          <p:cNvSpPr/>
          <p:nvPr/>
        </p:nvSpPr>
        <p:spPr>
          <a:xfrm>
            <a:off x="3514725" y="1174476"/>
            <a:ext cx="828675" cy="4426224"/>
          </a:xfrm>
          <a:prstGeom prst="rightBrace">
            <a:avLst>
              <a:gd name="adj1" fmla="val 102586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E382CD-B103-D1A9-E4C7-A8456A7A965B}"/>
              </a:ext>
            </a:extLst>
          </p:cNvPr>
          <p:cNvSpPr txBox="1"/>
          <p:nvPr/>
        </p:nvSpPr>
        <p:spPr>
          <a:xfrm>
            <a:off x="4582693" y="3058213"/>
            <a:ext cx="2190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Integrate and some other clean up…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50A5BA-8600-15F7-35CB-A99DA935E211}"/>
              </a:ext>
            </a:extLst>
          </p:cNvPr>
          <p:cNvCxnSpPr>
            <a:stCxn id="5" idx="2"/>
          </p:cNvCxnSpPr>
          <p:nvPr/>
        </p:nvCxnSpPr>
        <p:spPr>
          <a:xfrm>
            <a:off x="8707761" y="4309629"/>
            <a:ext cx="7614" cy="73862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E9139A0-3FC9-711E-209F-CDFD84FCAE5E}"/>
              </a:ext>
            </a:extLst>
          </p:cNvPr>
          <p:cNvSpPr txBox="1"/>
          <p:nvPr/>
        </p:nvSpPr>
        <p:spPr>
          <a:xfrm>
            <a:off x="6933244" y="5305425"/>
            <a:ext cx="356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Label transfer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F90523-B065-DDD5-DE84-D0D9F01D034A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</p:spTree>
    <p:extLst>
      <p:ext uri="{BB962C8B-B14F-4D97-AF65-F5344CB8AC3E}">
        <p14:creationId xmlns:p14="http://schemas.microsoft.com/office/powerpoint/2010/main" val="3349510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0734-D3FD-D722-BE01-D37CAB7F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CAD3E-8C8B-D8AB-7368-7E5DBC61A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Quality &gt;&gt; quantity</a:t>
            </a:r>
          </a:p>
          <a:p>
            <a:pPr lvl="1"/>
            <a:r>
              <a:rPr lang="en-US" dirty="0"/>
              <a:t>(There was very little filtering on these reference data)</a:t>
            </a:r>
          </a:p>
          <a:p>
            <a:r>
              <a:rPr lang="en-US" dirty="0"/>
              <a:t>You don’t need to label everything. “Unknown” is better than a mislabel</a:t>
            </a:r>
          </a:p>
          <a:p>
            <a:r>
              <a:rPr lang="en-US" dirty="0"/>
              <a:t>The absence of evidence is not evidence of absence (re: marker genes)</a:t>
            </a:r>
          </a:p>
          <a:p>
            <a:r>
              <a:rPr lang="en-US" dirty="0"/>
              <a:t>This process is iterative. Expect multiple rounds of corrections and refinement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F50A5-06AA-3837-B49F-5B63B08A2A6F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Hard way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		Validation</a:t>
            </a:r>
          </a:p>
        </p:txBody>
      </p:sp>
    </p:spTree>
    <p:extLst>
      <p:ext uri="{BB962C8B-B14F-4D97-AF65-F5344CB8AC3E}">
        <p14:creationId xmlns:p14="http://schemas.microsoft.com/office/powerpoint/2010/main" val="4129958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AA28-6F2C-BCD4-F953-288E32724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527"/>
          </a:xfrm>
        </p:spPr>
        <p:txBody>
          <a:bodyPr>
            <a:normAutofit fontScale="90000"/>
          </a:bodyPr>
          <a:lstStyle/>
          <a:p>
            <a:r>
              <a:rPr lang="en-US" dirty="0"/>
              <a:t>Validation</a:t>
            </a:r>
          </a:p>
        </p:txBody>
      </p:sp>
      <p:pic>
        <p:nvPicPr>
          <p:cNvPr id="5" name="Picture 4" descr="A colorful splattered background&#10;&#10;AI-generated content may be incorrect.">
            <a:extLst>
              <a:ext uri="{FF2B5EF4-FFF2-40B4-BE49-F238E27FC236}">
                <a16:creationId xmlns:a16="http://schemas.microsoft.com/office/drawing/2014/main" id="{48595B92-038C-9115-2EE2-712520034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4" r="9805"/>
          <a:stretch>
            <a:fillRect/>
          </a:stretch>
        </p:blipFill>
        <p:spPr>
          <a:xfrm>
            <a:off x="1172812" y="1081545"/>
            <a:ext cx="7053943" cy="5251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62F1C1-C326-83B0-1159-4E2DF98ADF27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</a:t>
            </a:r>
            <a:r>
              <a:rPr lang="en-US" sz="1600" dirty="0">
                <a:latin typeface="Avenir Next LT Pro Light" panose="020B0304020202020204" pitchFamily="34" charset="0"/>
              </a:rPr>
              <a:t>Validation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611C7-F945-BFE7-C1FE-DA602FBFC037}"/>
              </a:ext>
            </a:extLst>
          </p:cNvPr>
          <p:cNvSpPr txBox="1"/>
          <p:nvPr/>
        </p:nvSpPr>
        <p:spPr>
          <a:xfrm>
            <a:off x="7915275" y="1466850"/>
            <a:ext cx="3790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*Normally I would check these overlayed with secondary data (e.g. brightfield, H&amp;E, IHC, etc.)</a:t>
            </a:r>
          </a:p>
        </p:txBody>
      </p:sp>
    </p:spTree>
    <p:extLst>
      <p:ext uri="{BB962C8B-B14F-4D97-AF65-F5344CB8AC3E}">
        <p14:creationId xmlns:p14="http://schemas.microsoft.com/office/powerpoint/2010/main" val="1317764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4AC2B79-C4DF-A524-E7FE-D899CF8F9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476" y="2432309"/>
            <a:ext cx="2914648" cy="28203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36D817-9C00-C504-84DD-1C54A8BF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775"/>
          </a:xfrm>
        </p:spPr>
        <p:txBody>
          <a:bodyPr/>
          <a:lstStyle/>
          <a:p>
            <a:r>
              <a:rPr lang="en-US" dirty="0"/>
              <a:t>Are proportions reasonable?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41C210-587E-8153-CCEF-3A52318B1FDC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8465943" y="4943475"/>
            <a:ext cx="116082" cy="476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E139F7-DE0A-5F18-95CF-E910B927A715}"/>
              </a:ext>
            </a:extLst>
          </p:cNvPr>
          <p:cNvSpPr txBox="1"/>
          <p:nvPr/>
        </p:nvSpPr>
        <p:spPr>
          <a:xfrm>
            <a:off x="8075418" y="5419725"/>
            <a:ext cx="7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5EBE48-F065-1F78-51E9-3190F676464B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7380677" y="4190594"/>
            <a:ext cx="694741" cy="3516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92E8C7-443B-7A51-006A-A1174D747B6B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7380677" y="3838904"/>
            <a:ext cx="515548" cy="3516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B87946E-2C4B-341E-E3DC-CAE907358BEC}"/>
              </a:ext>
            </a:extLst>
          </p:cNvPr>
          <p:cNvSpPr txBox="1"/>
          <p:nvPr/>
        </p:nvSpPr>
        <p:spPr>
          <a:xfrm>
            <a:off x="6457948" y="4005928"/>
            <a:ext cx="922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cells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E1EA6C-DFB2-1382-18E6-02B103B2EAD6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10127010" y="2616975"/>
            <a:ext cx="205978" cy="3738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C70DD05-F9FF-9791-32A4-1A9A31DABF59}"/>
              </a:ext>
            </a:extLst>
          </p:cNvPr>
          <p:cNvSpPr txBox="1"/>
          <p:nvPr/>
        </p:nvSpPr>
        <p:spPr>
          <a:xfrm>
            <a:off x="9867453" y="2247643"/>
            <a:ext cx="931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 cells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B604DA-42AC-EC18-FAF8-BE390DBE31CC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</a:t>
            </a:r>
            <a:r>
              <a:rPr lang="en-US" sz="1600" dirty="0">
                <a:latin typeface="Avenir Next LT Pro Light" panose="020B0304020202020204" pitchFamily="34" charset="0"/>
              </a:rPr>
              <a:t>Validation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C3552D-BE27-FBC5-B185-645E3CCD00DA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9715500" y="4943475"/>
            <a:ext cx="411510" cy="4461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D740BF8-E95E-4407-3288-E2DE9170AE56}"/>
              </a:ext>
            </a:extLst>
          </p:cNvPr>
          <p:cNvSpPr txBox="1"/>
          <p:nvPr/>
        </p:nvSpPr>
        <p:spPr>
          <a:xfrm>
            <a:off x="9490770" y="5389672"/>
            <a:ext cx="127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Myeloid</a:t>
            </a:r>
          </a:p>
        </p:txBody>
      </p:sp>
      <p:pic>
        <p:nvPicPr>
          <p:cNvPr id="43" name="Picture 42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D8B9E314-9EE1-9D2E-88EC-F846899B3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7" y="1514442"/>
            <a:ext cx="5252956" cy="519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98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4222-60F2-226F-177C-A6F52049E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75"/>
            <a:ext cx="10515600" cy="1325563"/>
          </a:xfrm>
        </p:spPr>
        <p:txBody>
          <a:bodyPr/>
          <a:lstStyle/>
          <a:p>
            <a:r>
              <a:rPr lang="en-US" dirty="0"/>
              <a:t>Agreement with unsupervised clusters</a:t>
            </a:r>
          </a:p>
        </p:txBody>
      </p:sp>
      <p:pic>
        <p:nvPicPr>
          <p:cNvPr id="5" name="Picture 4" descr="A colorful graph with text&#10;&#10;AI-generated content may be incorrect.">
            <a:extLst>
              <a:ext uri="{FF2B5EF4-FFF2-40B4-BE49-F238E27FC236}">
                <a16:creationId xmlns:a16="http://schemas.microsoft.com/office/drawing/2014/main" id="{A1104C47-A4EA-CE4F-67D2-DAB233C98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422" y="1404938"/>
            <a:ext cx="6105553" cy="5001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DC7908-41E5-A63F-348A-5224DC7AB88B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</a:t>
            </a:r>
            <a:r>
              <a:rPr lang="en-US" sz="1600" dirty="0">
                <a:latin typeface="Avenir Next LT Pro Light" panose="020B0304020202020204" pitchFamily="34" charset="0"/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742029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5C563-390B-4C77-D57D-E2CF8AA8B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497"/>
            <a:ext cx="10515600" cy="692150"/>
          </a:xfrm>
        </p:spPr>
        <p:txBody>
          <a:bodyPr>
            <a:normAutofit fontScale="90000"/>
          </a:bodyPr>
          <a:lstStyle/>
          <a:p>
            <a:r>
              <a:rPr lang="en-US" dirty="0"/>
              <a:t>Lots of visualization…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738F3-A7F4-C8C3-D190-40FFECE8AB9E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</a:t>
            </a:r>
            <a:r>
              <a:rPr lang="en-US" sz="1600" dirty="0">
                <a:latin typeface="Avenir Next LT Pro Light" panose="020B0304020202020204" pitchFamily="34" charset="0"/>
              </a:rPr>
              <a:t>Validation</a:t>
            </a:r>
          </a:p>
        </p:txBody>
      </p:sp>
      <p:pic>
        <p:nvPicPr>
          <p:cNvPr id="6" name="Picture 5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97DADEEE-02DF-998D-FFFF-9AA1DEC26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1934747"/>
            <a:ext cx="4702523" cy="3609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291256-F08D-D0D7-FAF4-EB83368FF62A}"/>
              </a:ext>
            </a:extLst>
          </p:cNvPr>
          <p:cNvSpPr txBox="1"/>
          <p:nvPr/>
        </p:nvSpPr>
        <p:spPr>
          <a:xfrm>
            <a:off x="1019175" y="1458497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(re)test cell type gene modules</a:t>
            </a:r>
          </a:p>
        </p:txBody>
      </p:sp>
      <p:pic>
        <p:nvPicPr>
          <p:cNvPr id="9" name="Picture 8" descr="A chart with many different colored squares&#10;&#10;AI-generated content may be incorrect.">
            <a:extLst>
              <a:ext uri="{FF2B5EF4-FFF2-40B4-BE49-F238E27FC236}">
                <a16:creationId xmlns:a16="http://schemas.microsoft.com/office/drawing/2014/main" id="{2D06FFDE-64E9-E654-AE43-59971DF4B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904" y="1857375"/>
            <a:ext cx="4884283" cy="39481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900EB1-8E85-9E72-D580-F2FB36A49D7B}"/>
              </a:ext>
            </a:extLst>
          </p:cNvPr>
          <p:cNvSpPr txBox="1"/>
          <p:nvPr/>
        </p:nvSpPr>
        <p:spPr>
          <a:xfrm>
            <a:off x="5876904" y="1296572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Confusion matrices</a:t>
            </a:r>
          </a:p>
        </p:txBody>
      </p:sp>
    </p:spTree>
    <p:extLst>
      <p:ext uri="{BB962C8B-B14F-4D97-AF65-F5344CB8AC3E}">
        <p14:creationId xmlns:p14="http://schemas.microsoft.com/office/powerpoint/2010/main" val="4079118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332502-D8CE-EA74-4A03-A9411912C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3" y="2260774"/>
            <a:ext cx="5710237" cy="38301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F761A8A-680D-4BCA-F666-03003BB5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497"/>
            <a:ext cx="10515600" cy="692150"/>
          </a:xfrm>
        </p:spPr>
        <p:txBody>
          <a:bodyPr>
            <a:normAutofit fontScale="90000"/>
          </a:bodyPr>
          <a:lstStyle/>
          <a:p>
            <a:r>
              <a:rPr lang="en-US" dirty="0"/>
              <a:t>Lots of visualization…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71318-88B9-F863-D286-83877A2AAF50}"/>
              </a:ext>
            </a:extLst>
          </p:cNvPr>
          <p:cNvSpPr txBox="1"/>
          <p:nvPr/>
        </p:nvSpPr>
        <p:spPr>
          <a:xfrm>
            <a:off x="838200" y="1891442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Consistent hierarchy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A87B1-8795-B7D1-78A7-E115F678EE12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</a:t>
            </a:r>
            <a:r>
              <a:rPr lang="en-US" sz="1600" dirty="0">
                <a:latin typeface="Avenir Next LT Pro Light" panose="020B0304020202020204" pitchFamily="34" charset="0"/>
              </a:rPr>
              <a:t>Validation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DF0140-DC53-91F0-58ED-41B539A14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2991302"/>
            <a:ext cx="2428875" cy="23326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D0BEC9-10C0-AD1E-DA30-0831EFC08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5925" y="2991302"/>
            <a:ext cx="2428875" cy="23690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CC108E-5658-A336-C62E-3655F1D1232C}"/>
              </a:ext>
            </a:extLst>
          </p:cNvPr>
          <p:cNvSpPr txBox="1"/>
          <p:nvPr/>
        </p:nvSpPr>
        <p:spPr>
          <a:xfrm>
            <a:off x="6886575" y="1891442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Marker gene expression</a:t>
            </a:r>
          </a:p>
        </p:txBody>
      </p:sp>
    </p:spTree>
    <p:extLst>
      <p:ext uri="{BB962C8B-B14F-4D97-AF65-F5344CB8AC3E}">
        <p14:creationId xmlns:p14="http://schemas.microsoft.com/office/powerpoint/2010/main" val="3672175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DA61-0690-0093-3E4E-60A31BC7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485"/>
            <a:ext cx="10515600" cy="1325563"/>
          </a:xfrm>
        </p:spPr>
        <p:txBody>
          <a:bodyPr/>
          <a:lstStyle/>
          <a:p>
            <a:r>
              <a:rPr lang="en-US" dirty="0"/>
              <a:t>Synthesize labels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E7846-C8DF-2C3A-4358-A55EFD2CCDE6}"/>
              </a:ext>
            </a:extLst>
          </p:cNvPr>
          <p:cNvSpPr txBox="1"/>
          <p:nvPr/>
        </p:nvSpPr>
        <p:spPr>
          <a:xfrm>
            <a:off x="95250" y="6486525"/>
            <a:ext cx="691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Easy way</a:t>
            </a:r>
            <a:r>
              <a:rPr lang="en-US" sz="1600" dirty="0">
                <a:latin typeface="Avenir Next LT Pro Light" panose="020B0304020202020204" pitchFamily="34" charset="0"/>
              </a:rPr>
              <a:t>		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</a:rPr>
              <a:t>Hard way		</a:t>
            </a:r>
            <a:r>
              <a:rPr lang="en-US" sz="1600" dirty="0">
                <a:latin typeface="Avenir Next LT Pro Light" panose="020B0304020202020204" pitchFamily="34" charset="0"/>
              </a:rPr>
              <a:t>Validation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7B9915D-7F86-916D-EF0B-60F83F8C2F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8345699"/>
              </p:ext>
            </p:extLst>
          </p:nvPr>
        </p:nvGraphicFramePr>
        <p:xfrm>
          <a:off x="781049" y="1301748"/>
          <a:ext cx="10629901" cy="499305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26056">
                  <a:extLst>
                    <a:ext uri="{9D8B030D-6E8A-4147-A177-3AD203B41FA5}">
                      <a16:colId xmlns:a16="http://schemas.microsoft.com/office/drawing/2014/main" val="492522761"/>
                    </a:ext>
                  </a:extLst>
                </a:gridCol>
                <a:gridCol w="1017340">
                  <a:extLst>
                    <a:ext uri="{9D8B030D-6E8A-4147-A177-3AD203B41FA5}">
                      <a16:colId xmlns:a16="http://schemas.microsoft.com/office/drawing/2014/main" val="3769995799"/>
                    </a:ext>
                  </a:extLst>
                </a:gridCol>
                <a:gridCol w="1904253">
                  <a:extLst>
                    <a:ext uri="{9D8B030D-6E8A-4147-A177-3AD203B41FA5}">
                      <a16:colId xmlns:a16="http://schemas.microsoft.com/office/drawing/2014/main" val="2587797430"/>
                    </a:ext>
                  </a:extLst>
                </a:gridCol>
                <a:gridCol w="1017340">
                  <a:extLst>
                    <a:ext uri="{9D8B030D-6E8A-4147-A177-3AD203B41FA5}">
                      <a16:colId xmlns:a16="http://schemas.microsoft.com/office/drawing/2014/main" val="699168186"/>
                    </a:ext>
                  </a:extLst>
                </a:gridCol>
                <a:gridCol w="1043426">
                  <a:extLst>
                    <a:ext uri="{9D8B030D-6E8A-4147-A177-3AD203B41FA5}">
                      <a16:colId xmlns:a16="http://schemas.microsoft.com/office/drawing/2014/main" val="3240061514"/>
                    </a:ext>
                  </a:extLst>
                </a:gridCol>
                <a:gridCol w="1186897">
                  <a:extLst>
                    <a:ext uri="{9D8B030D-6E8A-4147-A177-3AD203B41FA5}">
                      <a16:colId xmlns:a16="http://schemas.microsoft.com/office/drawing/2014/main" val="1800826911"/>
                    </a:ext>
                  </a:extLst>
                </a:gridCol>
                <a:gridCol w="1330368">
                  <a:extLst>
                    <a:ext uri="{9D8B030D-6E8A-4147-A177-3AD203B41FA5}">
                      <a16:colId xmlns:a16="http://schemas.microsoft.com/office/drawing/2014/main" val="896704885"/>
                    </a:ext>
                  </a:extLst>
                </a:gridCol>
                <a:gridCol w="1395581">
                  <a:extLst>
                    <a:ext uri="{9D8B030D-6E8A-4147-A177-3AD203B41FA5}">
                      <a16:colId xmlns:a16="http://schemas.microsoft.com/office/drawing/2014/main" val="3454011078"/>
                    </a:ext>
                  </a:extLst>
                </a:gridCol>
                <a:gridCol w="1108640">
                  <a:extLst>
                    <a:ext uri="{9D8B030D-6E8A-4147-A177-3AD203B41FA5}">
                      <a16:colId xmlns:a16="http://schemas.microsoft.com/office/drawing/2014/main" val="238071599"/>
                    </a:ext>
                  </a:extLst>
                </a:gridCol>
              </a:tblGrid>
              <a:tr h="1559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Barcode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azi_pct_anno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td_pct_anno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AUCell_pred_t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AUCell_pred_az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scPoli_3_Pred_lvl1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seu_pred_anno_lvl1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scPoli_1_Pred_lvl1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scPoli_2_Pred_lvl1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3911041723"/>
                  </a:ext>
                </a:extLst>
              </a:tr>
              <a:tr h="419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s_008um_00506_00359-1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Plasma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Plasma.cell.filter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T-cells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130290532"/>
                  </a:ext>
                </a:extLst>
              </a:tr>
              <a:tr h="419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s_008um_00499_00098-1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Myeloid.filter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B-cells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KC_Myeloid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2027911017"/>
                  </a:ext>
                </a:extLst>
              </a:tr>
              <a:tr h="419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s_008um_00439_00573-1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HSC.mFB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HSC_fibroblasts.markers.filter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T-cells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T-cells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630152071"/>
                  </a:ext>
                </a:extLst>
              </a:tr>
              <a:tr h="419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s_008um_00478_00055-1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Hepatocyte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Hepatocyte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Hepatocyte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Hepatocyte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Hepatocyte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Hepatocyte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Hepatocyte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Hepatocyte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3726210493"/>
                  </a:ext>
                </a:extLst>
              </a:tr>
              <a:tr h="419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s_008um_00501_00833-1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Hepatocyte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Arterial_smooth_muscle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2022213807"/>
                  </a:ext>
                </a:extLst>
              </a:tr>
              <a:tr h="419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s_008um_00474_00251-1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LSEC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LSEC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LSEC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LSEC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LSEC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LSEC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LSEC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LSEC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4141772111"/>
                  </a:ext>
                </a:extLst>
              </a:tr>
              <a:tr h="419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s_008um_00433_00599-1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Fibroblasts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Fibroblasts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Fibroblasts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Fibroblasts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Fibroblasts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LSEC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Arterial_smooth_muscle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Cholangiocytes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1692261061"/>
                  </a:ext>
                </a:extLst>
              </a:tr>
              <a:tr h="419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s_008um_00524_00140-1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Fibroblasts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Arterial_smooth_muscle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Plasma_cells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834545264"/>
                  </a:ext>
                </a:extLst>
              </a:tr>
              <a:tr h="419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s_008um_00469_00254-1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Monocytes_Macs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3327718714"/>
                  </a:ext>
                </a:extLst>
              </a:tr>
              <a:tr h="419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s_008um_00435_00710-1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Myeloid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Fibroblasts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Arterial_smooth_muscle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B-cells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8" marR="7798" marT="7798" marB="0" anchor="ctr"/>
                </a:tc>
                <a:extLst>
                  <a:ext uri="{0D108BD9-81ED-4DB2-BD59-A6C34878D82A}">
                    <a16:rowId xmlns:a16="http://schemas.microsoft.com/office/drawing/2014/main" val="79716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982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DF16-4920-77BE-97B0-40B02FBFE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0E39B-4F37-A2BA-90AB-4009EBB91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time-consuming step of analysis</a:t>
            </a:r>
          </a:p>
          <a:p>
            <a:r>
              <a:rPr lang="en-US" dirty="0"/>
              <a:t>Interact with the data</a:t>
            </a:r>
          </a:p>
          <a:p>
            <a:pPr lvl="1"/>
            <a:r>
              <a:rPr lang="en-US" dirty="0"/>
              <a:t>[Python] </a:t>
            </a:r>
            <a:r>
              <a:rPr lang="en-US" dirty="0" err="1"/>
              <a:t>Cellxgene</a:t>
            </a:r>
            <a:endParaRPr lang="en-US" dirty="0"/>
          </a:p>
          <a:p>
            <a:pPr lvl="1"/>
            <a:r>
              <a:rPr lang="en-US" dirty="0"/>
              <a:t>[Python] Napari</a:t>
            </a:r>
          </a:p>
          <a:p>
            <a:pPr lvl="1"/>
            <a:r>
              <a:rPr lang="en-US" dirty="0"/>
              <a:t>[10X] Loupe</a:t>
            </a:r>
          </a:p>
          <a:p>
            <a:r>
              <a:rPr lang="en-US" dirty="0"/>
              <a:t>Never a linear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094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2E19-E0A0-6D27-8668-FD233F88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0879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</TotalTime>
  <Words>2229</Words>
  <Application>Microsoft Office PowerPoint</Application>
  <PresentationFormat>Widescreen</PresentationFormat>
  <Paragraphs>675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Aptos Narrow</vt:lpstr>
      <vt:lpstr>Arial</vt:lpstr>
      <vt:lpstr>Avenir Next LT Pro Light</vt:lpstr>
      <vt:lpstr>Office Theme</vt:lpstr>
      <vt:lpstr>Cell Type Annotation of Single-Cell Data</vt:lpstr>
      <vt:lpstr>Premise of cell type identification</vt:lpstr>
      <vt:lpstr>Overview</vt:lpstr>
      <vt:lpstr>Finding a reference</vt:lpstr>
      <vt:lpstr>Reference Atlas Resources</vt:lpstr>
      <vt:lpstr>Common (solvable) problems with reference data</vt:lpstr>
      <vt:lpstr>My favorite transfer algorithms</vt:lpstr>
      <vt:lpstr>Benchmarking atlas-level data integration in single-cell genomics</vt:lpstr>
      <vt:lpstr>Considerations for transfer algorithms</vt:lpstr>
      <vt:lpstr>Validate!</vt:lpstr>
      <vt:lpstr>Manual annotation (the hard way)</vt:lpstr>
      <vt:lpstr>A recent example</vt:lpstr>
      <vt:lpstr>Easy Way: Sketching (Seurat)</vt:lpstr>
      <vt:lpstr>Easy way: Seurat label transfer (single sample)</vt:lpstr>
      <vt:lpstr>Making a custom reference</vt:lpstr>
      <vt:lpstr>Starting from scratch: sample 1</vt:lpstr>
      <vt:lpstr>Cleaning</vt:lpstr>
      <vt:lpstr>Supervised cell assignment: gene modules</vt:lpstr>
      <vt:lpstr>Think cellular biology Construct a lineage:</vt:lpstr>
      <vt:lpstr>Gene module scores</vt:lpstr>
      <vt:lpstr>Starting (entirely) from scratch: sample 1 </vt:lpstr>
      <vt:lpstr>Interpret cluster marker genes</vt:lpstr>
      <vt:lpstr>Iteration 1…</vt:lpstr>
      <vt:lpstr>Iteration 2…</vt:lpstr>
      <vt:lpstr>Make a reference</vt:lpstr>
      <vt:lpstr>Important takeaways</vt:lpstr>
      <vt:lpstr>Validation</vt:lpstr>
      <vt:lpstr>Are proportions reasonable?</vt:lpstr>
      <vt:lpstr>Agreement with unsupervised clusters</vt:lpstr>
      <vt:lpstr>Lots of visualization…</vt:lpstr>
      <vt:lpstr>Lots of visualization…</vt:lpstr>
      <vt:lpstr>Synthesize labels</vt:lpstr>
      <vt:lpstr>Important takeaways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David</dc:creator>
  <cp:lastModifiedBy>Smith, David</cp:lastModifiedBy>
  <cp:revision>3</cp:revision>
  <dcterms:created xsi:type="dcterms:W3CDTF">2026-02-12T20:17:39Z</dcterms:created>
  <dcterms:modified xsi:type="dcterms:W3CDTF">2026-03-26T16:20:37Z</dcterms:modified>
</cp:coreProperties>
</file>