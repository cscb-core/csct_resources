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78" r:id="rId7"/>
    <p:sldId id="263" r:id="rId8"/>
    <p:sldId id="261" r:id="rId9"/>
    <p:sldId id="262" r:id="rId10"/>
    <p:sldId id="279" r:id="rId11"/>
    <p:sldId id="267" r:id="rId12"/>
    <p:sldId id="266" r:id="rId13"/>
    <p:sldId id="265" r:id="rId14"/>
    <p:sldId id="269" r:id="rId15"/>
    <p:sldId id="270" r:id="rId16"/>
    <p:sldId id="271" r:id="rId17"/>
    <p:sldId id="280" r:id="rId18"/>
    <p:sldId id="274" r:id="rId19"/>
    <p:sldId id="272" r:id="rId20"/>
    <p:sldId id="277" r:id="rId21"/>
    <p:sldId id="276" r:id="rId22"/>
    <p:sldId id="282" r:id="rId23"/>
    <p:sldId id="28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170F08-EB3D-4AB8-B927-9A8B0AB1BF0F}" v="64" dt="2026-04-27T14:23:07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2" autoAdjust="0"/>
    <p:restoredTop sz="89055" autoAdjust="0"/>
  </p:normalViewPr>
  <p:slideViewPr>
    <p:cSldViewPr snapToGrid="0">
      <p:cViewPr varScale="1">
        <p:scale>
          <a:sx n="92" d="100"/>
          <a:sy n="92" d="100"/>
        </p:scale>
        <p:origin x="3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mith, David" userId="S::smithd30@chop.edu::846a1c0a-3ddd-4f2e-a4ac-5d295891fe61" providerId="AD" clId="Web-{46A25EAE-2EAC-BF01-1E5E-602841DC454D}"/>
    <pc:docChg chg="delSld modSld sldOrd">
      <pc:chgData name="Smith, David" userId="S::smithd30@chop.edu::846a1c0a-3ddd-4f2e-a4ac-5d295891fe61" providerId="AD" clId="Web-{46A25EAE-2EAC-BF01-1E5E-602841DC454D}" dt="2026-04-23T20:01:08.225" v="22"/>
      <pc:docMkLst>
        <pc:docMk/>
      </pc:docMkLst>
      <pc:sldChg chg="delSp">
        <pc:chgData name="Smith, David" userId="S::smithd30@chop.edu::846a1c0a-3ddd-4f2e-a4ac-5d295891fe61" providerId="AD" clId="Web-{46A25EAE-2EAC-BF01-1E5E-602841DC454D}" dt="2026-04-23T20:01:08.225" v="22"/>
        <pc:sldMkLst>
          <pc:docMk/>
          <pc:sldMk cId="4039187208" sldId="266"/>
        </pc:sldMkLst>
      </pc:sldChg>
      <pc:sldChg chg="addSp delSp modSp">
        <pc:chgData name="Smith, David" userId="S::smithd30@chop.edu::846a1c0a-3ddd-4f2e-a4ac-5d295891fe61" providerId="AD" clId="Web-{46A25EAE-2EAC-BF01-1E5E-602841DC454D}" dt="2026-04-23T19:57:27.236" v="13" actId="14100"/>
        <pc:sldMkLst>
          <pc:docMk/>
          <pc:sldMk cId="465096118" sldId="267"/>
        </pc:sldMkLst>
      </pc:sldChg>
      <pc:sldChg chg="modSp del ord">
        <pc:chgData name="Smith, David" userId="S::smithd30@chop.edu::846a1c0a-3ddd-4f2e-a4ac-5d295891fe61" providerId="AD" clId="Web-{46A25EAE-2EAC-BF01-1E5E-602841DC454D}" dt="2026-04-23T20:00:17.847" v="21"/>
        <pc:sldMkLst>
          <pc:docMk/>
          <pc:sldMk cId="115837229" sldId="268"/>
        </pc:sldMkLst>
      </pc:sldChg>
      <pc:sldChg chg="addSp delSp modSp">
        <pc:chgData name="Smith, David" userId="S::smithd30@chop.edu::846a1c0a-3ddd-4f2e-a4ac-5d295891fe61" providerId="AD" clId="Web-{46A25EAE-2EAC-BF01-1E5E-602841DC454D}" dt="2026-04-23T19:53:39.559" v="10"/>
        <pc:sldMkLst>
          <pc:docMk/>
          <pc:sldMk cId="158265793" sldId="279"/>
        </pc:sldMkLst>
        <pc:spChg chg="add mod">
          <ac:chgData name="Smith, David" userId="S::smithd30@chop.edu::846a1c0a-3ddd-4f2e-a4ac-5d295891fe61" providerId="AD" clId="Web-{46A25EAE-2EAC-BF01-1E5E-602841DC454D}" dt="2026-04-23T19:50:14.785" v="6"/>
          <ac:spMkLst>
            <pc:docMk/>
            <pc:sldMk cId="158265793" sldId="279"/>
            <ac:spMk id="6" creationId="{36FCDB78-76E1-6528-02FF-19F266E871F6}"/>
          </ac:spMkLst>
        </pc:spChg>
        <pc:spChg chg="add">
          <ac:chgData name="Smith, David" userId="S::smithd30@chop.edu::846a1c0a-3ddd-4f2e-a4ac-5d295891fe61" providerId="AD" clId="Web-{46A25EAE-2EAC-BF01-1E5E-602841DC454D}" dt="2026-04-23T19:53:39.559" v="10"/>
          <ac:spMkLst>
            <pc:docMk/>
            <pc:sldMk cId="158265793" sldId="279"/>
            <ac:spMk id="9" creationId="{264045B0-A329-D5E7-EC78-F262A6A4FBBA}"/>
          </ac:spMkLst>
        </pc:spChg>
        <pc:picChg chg="add mod">
          <ac:chgData name="Smith, David" userId="S::smithd30@chop.edu::846a1c0a-3ddd-4f2e-a4ac-5d295891fe61" providerId="AD" clId="Web-{46A25EAE-2EAC-BF01-1E5E-602841DC454D}" dt="2026-04-23T19:53:22.137" v="9" actId="1076"/>
          <ac:picMkLst>
            <pc:docMk/>
            <pc:sldMk cId="158265793" sldId="279"/>
            <ac:picMk id="7" creationId="{778CE228-9BAA-10A4-3D81-AA7F20DB9D9D}"/>
          </ac:picMkLst>
        </pc:picChg>
      </pc:sldChg>
    </pc:docChg>
  </pc:docChgLst>
  <pc:docChgLst>
    <pc:chgData name="Smith, David" userId="846a1c0a-3ddd-4f2e-a4ac-5d295891fe61" providerId="ADAL" clId="{DCEB6AFB-84CF-4592-8FAB-79E8761D8FE5}"/>
    <pc:docChg chg="undo custSel addSld delSld modSld sldOrd">
      <pc:chgData name="Smith, David" userId="846a1c0a-3ddd-4f2e-a4ac-5d295891fe61" providerId="ADAL" clId="{DCEB6AFB-84CF-4592-8FAB-79E8761D8FE5}" dt="2026-04-27T14:23:07.950" v="2157"/>
      <pc:docMkLst>
        <pc:docMk/>
      </pc:docMkLst>
      <pc:sldChg chg="addSp delSp modSp mod ord">
        <pc:chgData name="Smith, David" userId="846a1c0a-3ddd-4f2e-a4ac-5d295891fe61" providerId="ADAL" clId="{DCEB6AFB-84CF-4592-8FAB-79E8761D8FE5}" dt="2026-04-23T17:58:40.284" v="535" actId="20577"/>
        <pc:sldMkLst>
          <pc:docMk/>
          <pc:sldMk cId="2953021398" sldId="261"/>
        </pc:sldMkLst>
        <pc:spChg chg="mod">
          <ac:chgData name="Smith, David" userId="846a1c0a-3ddd-4f2e-a4ac-5d295891fe61" providerId="ADAL" clId="{DCEB6AFB-84CF-4592-8FAB-79E8761D8FE5}" dt="2026-04-23T17:48:29.652" v="14" actId="20577"/>
          <ac:spMkLst>
            <pc:docMk/>
            <pc:sldMk cId="2953021398" sldId="261"/>
            <ac:spMk id="2" creationId="{C70351DF-E600-C877-0A8A-C60A4FCA806A}"/>
          </ac:spMkLst>
        </pc:spChg>
        <pc:spChg chg="add mod">
          <ac:chgData name="Smith, David" userId="846a1c0a-3ddd-4f2e-a4ac-5d295891fe61" providerId="ADAL" clId="{DCEB6AFB-84CF-4592-8FAB-79E8761D8FE5}" dt="2026-04-23T17:58:40.284" v="535" actId="20577"/>
          <ac:spMkLst>
            <pc:docMk/>
            <pc:sldMk cId="2953021398" sldId="261"/>
            <ac:spMk id="7" creationId="{236F7299-3E35-F21E-1A39-DE48509167FB}"/>
          </ac:spMkLst>
        </pc:spChg>
        <pc:picChg chg="add mod">
          <ac:chgData name="Smith, David" userId="846a1c0a-3ddd-4f2e-a4ac-5d295891fe61" providerId="ADAL" clId="{DCEB6AFB-84CF-4592-8FAB-79E8761D8FE5}" dt="2026-04-23T17:48:52.550" v="23" actId="1076"/>
          <ac:picMkLst>
            <pc:docMk/>
            <pc:sldMk cId="2953021398" sldId="261"/>
            <ac:picMk id="6" creationId="{A4CDF074-4960-A804-C278-04FE2A8B3E9A}"/>
          </ac:picMkLst>
        </pc:picChg>
      </pc:sldChg>
      <pc:sldChg chg="addSp delSp modSp mod">
        <pc:chgData name="Smith, David" userId="846a1c0a-3ddd-4f2e-a4ac-5d295891fe61" providerId="ADAL" clId="{DCEB6AFB-84CF-4592-8FAB-79E8761D8FE5}" dt="2026-04-24T14:50:13.232" v="969" actId="1076"/>
        <pc:sldMkLst>
          <pc:docMk/>
          <pc:sldMk cId="174814352" sldId="262"/>
        </pc:sldMkLst>
        <pc:spChg chg="mod">
          <ac:chgData name="Smith, David" userId="846a1c0a-3ddd-4f2e-a4ac-5d295891fe61" providerId="ADAL" clId="{DCEB6AFB-84CF-4592-8FAB-79E8761D8FE5}" dt="2026-04-24T14:49:55.846" v="963" actId="1076"/>
          <ac:spMkLst>
            <pc:docMk/>
            <pc:sldMk cId="174814352" sldId="262"/>
            <ac:spMk id="2" creationId="{42551650-4B56-07BD-8BB0-570FF9C872B4}"/>
          </ac:spMkLst>
        </pc:spChg>
        <pc:spChg chg="add mod">
          <ac:chgData name="Smith, David" userId="846a1c0a-3ddd-4f2e-a4ac-5d295891fe61" providerId="ADAL" clId="{DCEB6AFB-84CF-4592-8FAB-79E8761D8FE5}" dt="2026-04-24T14:50:13.232" v="969" actId="1076"/>
          <ac:spMkLst>
            <pc:docMk/>
            <pc:sldMk cId="174814352" sldId="262"/>
            <ac:spMk id="3" creationId="{228BEA0F-B2E2-9AC2-F0EB-37DD71FDC30F}"/>
          </ac:spMkLst>
        </pc:spChg>
        <pc:picChg chg="add mod">
          <ac:chgData name="Smith, David" userId="846a1c0a-3ddd-4f2e-a4ac-5d295891fe61" providerId="ADAL" clId="{DCEB6AFB-84CF-4592-8FAB-79E8761D8FE5}" dt="2026-04-24T14:49:57.624" v="964" actId="1076"/>
          <ac:picMkLst>
            <pc:docMk/>
            <pc:sldMk cId="174814352" sldId="262"/>
            <ac:picMk id="2050" creationId="{3C8370A8-B390-1BFF-2CD4-9629B0FC3C67}"/>
          </ac:picMkLst>
        </pc:picChg>
      </pc:sldChg>
      <pc:sldChg chg="addSp delSp modSp mod">
        <pc:chgData name="Smith, David" userId="846a1c0a-3ddd-4f2e-a4ac-5d295891fe61" providerId="ADAL" clId="{DCEB6AFB-84CF-4592-8FAB-79E8761D8FE5}" dt="2026-04-27T14:01:54.207" v="2136" actId="1076"/>
        <pc:sldMkLst>
          <pc:docMk/>
          <pc:sldMk cId="738516987" sldId="265"/>
        </pc:sldMkLst>
        <pc:spChg chg="mod">
          <ac:chgData name="Smith, David" userId="846a1c0a-3ddd-4f2e-a4ac-5d295891fe61" providerId="ADAL" clId="{DCEB6AFB-84CF-4592-8FAB-79E8761D8FE5}" dt="2026-04-24T14:33:35.852" v="553" actId="1076"/>
          <ac:spMkLst>
            <pc:docMk/>
            <pc:sldMk cId="738516987" sldId="265"/>
            <ac:spMk id="2" creationId="{6698468F-E64F-57E6-CF5D-71AD9CA2D8EC}"/>
          </ac:spMkLst>
        </pc:spChg>
        <pc:spChg chg="add mod">
          <ac:chgData name="Smith, David" userId="846a1c0a-3ddd-4f2e-a4ac-5d295891fe61" providerId="ADAL" clId="{DCEB6AFB-84CF-4592-8FAB-79E8761D8FE5}" dt="2026-04-27T13:54:38.627" v="2019" actId="207"/>
          <ac:spMkLst>
            <pc:docMk/>
            <pc:sldMk cId="738516987" sldId="265"/>
            <ac:spMk id="3" creationId="{0CA5EA18-D481-CB6F-E5F2-337C91801554}"/>
          </ac:spMkLst>
        </pc:spChg>
        <pc:spChg chg="add mod">
          <ac:chgData name="Smith, David" userId="846a1c0a-3ddd-4f2e-a4ac-5d295891fe61" providerId="ADAL" clId="{DCEB6AFB-84CF-4592-8FAB-79E8761D8FE5}" dt="2026-04-27T13:59:59.958" v="2060" actId="20577"/>
          <ac:spMkLst>
            <pc:docMk/>
            <pc:sldMk cId="738516987" sldId="265"/>
            <ac:spMk id="4" creationId="{6B451B16-CBC5-6D44-861C-6D60EFD38170}"/>
          </ac:spMkLst>
        </pc:spChg>
        <pc:spChg chg="add mod">
          <ac:chgData name="Smith, David" userId="846a1c0a-3ddd-4f2e-a4ac-5d295891fe61" providerId="ADAL" clId="{DCEB6AFB-84CF-4592-8FAB-79E8761D8FE5}" dt="2026-04-24T14:43:47.618" v="653" actId="1076"/>
          <ac:spMkLst>
            <pc:docMk/>
            <pc:sldMk cId="738516987" sldId="265"/>
            <ac:spMk id="6" creationId="{7BBAFD7A-B597-F290-382E-3A88255E52BF}"/>
          </ac:spMkLst>
        </pc:spChg>
        <pc:spChg chg="add mod">
          <ac:chgData name="Smith, David" userId="846a1c0a-3ddd-4f2e-a4ac-5d295891fe61" providerId="ADAL" clId="{DCEB6AFB-84CF-4592-8FAB-79E8761D8FE5}" dt="2026-04-27T14:01:54.207" v="2136" actId="1076"/>
          <ac:spMkLst>
            <pc:docMk/>
            <pc:sldMk cId="738516987" sldId="265"/>
            <ac:spMk id="8" creationId="{D60A8DBF-E4DC-747E-E00A-4540F3BAEC96}"/>
          </ac:spMkLst>
        </pc:spChg>
        <pc:spChg chg="add mod">
          <ac:chgData name="Smith, David" userId="846a1c0a-3ddd-4f2e-a4ac-5d295891fe61" providerId="ADAL" clId="{DCEB6AFB-84CF-4592-8FAB-79E8761D8FE5}" dt="2026-04-24T14:43:29.447" v="651" actId="1076"/>
          <ac:spMkLst>
            <pc:docMk/>
            <pc:sldMk cId="738516987" sldId="265"/>
            <ac:spMk id="9" creationId="{A4A79145-F763-E47D-7B49-794CB0D13DD9}"/>
          </ac:spMkLst>
        </pc:spChg>
        <pc:picChg chg="add mod">
          <ac:chgData name="Smith, David" userId="846a1c0a-3ddd-4f2e-a4ac-5d295891fe61" providerId="ADAL" clId="{DCEB6AFB-84CF-4592-8FAB-79E8761D8FE5}" dt="2026-04-24T14:43:16.785" v="649" actId="1076"/>
          <ac:picMkLst>
            <pc:docMk/>
            <pc:sldMk cId="738516987" sldId="265"/>
            <ac:picMk id="13" creationId="{C050482B-A8F8-1938-33A1-A78E89398974}"/>
          </ac:picMkLst>
        </pc:picChg>
        <pc:picChg chg="add mod">
          <ac:chgData name="Smith, David" userId="846a1c0a-3ddd-4f2e-a4ac-5d295891fe61" providerId="ADAL" clId="{DCEB6AFB-84CF-4592-8FAB-79E8761D8FE5}" dt="2026-04-24T14:39:31.150" v="610" actId="1076"/>
          <ac:picMkLst>
            <pc:docMk/>
            <pc:sldMk cId="738516987" sldId="265"/>
            <ac:picMk id="1027" creationId="{550E1D36-4410-42A3-C8C5-70B1F2306D8E}"/>
          </ac:picMkLst>
        </pc:picChg>
        <pc:picChg chg="add mod">
          <ac:chgData name="Smith, David" userId="846a1c0a-3ddd-4f2e-a4ac-5d295891fe61" providerId="ADAL" clId="{DCEB6AFB-84CF-4592-8FAB-79E8761D8FE5}" dt="2026-04-24T14:40:04.219" v="615" actId="14100"/>
          <ac:picMkLst>
            <pc:docMk/>
            <pc:sldMk cId="738516987" sldId="265"/>
            <ac:picMk id="1029" creationId="{21823548-9540-9E78-8467-B6FE93C048B4}"/>
          </ac:picMkLst>
        </pc:picChg>
        <pc:cxnChg chg="add mod">
          <ac:chgData name="Smith, David" userId="846a1c0a-3ddd-4f2e-a4ac-5d295891fe61" providerId="ADAL" clId="{DCEB6AFB-84CF-4592-8FAB-79E8761D8FE5}" dt="2026-04-24T14:43:27.294" v="650" actId="1076"/>
          <ac:cxnSpMkLst>
            <pc:docMk/>
            <pc:sldMk cId="738516987" sldId="265"/>
            <ac:cxnSpMk id="11" creationId="{6AF750D6-6018-6663-4F61-E1CDDBF52E31}"/>
          </ac:cxnSpMkLst>
        </pc:cxnChg>
        <pc:cxnChg chg="add mod">
          <ac:chgData name="Smith, David" userId="846a1c0a-3ddd-4f2e-a4ac-5d295891fe61" providerId="ADAL" clId="{DCEB6AFB-84CF-4592-8FAB-79E8761D8FE5}" dt="2026-04-24T14:44:33.251" v="659" actId="1582"/>
          <ac:cxnSpMkLst>
            <pc:docMk/>
            <pc:sldMk cId="738516987" sldId="265"/>
            <ac:cxnSpMk id="15" creationId="{3A800DB3-BAB8-8F6E-D60B-3B3B459BCCD2}"/>
          </ac:cxnSpMkLst>
        </pc:cxnChg>
      </pc:sldChg>
      <pc:sldChg chg="addSp delSp modSp mod">
        <pc:chgData name="Smith, David" userId="846a1c0a-3ddd-4f2e-a4ac-5d295891fe61" providerId="ADAL" clId="{DCEB6AFB-84CF-4592-8FAB-79E8761D8FE5}" dt="2026-04-24T14:51:28.084" v="975" actId="167"/>
        <pc:sldMkLst>
          <pc:docMk/>
          <pc:sldMk cId="4039187208" sldId="266"/>
        </pc:sldMkLst>
        <pc:spChg chg="mod">
          <ac:chgData name="Smith, David" userId="846a1c0a-3ddd-4f2e-a4ac-5d295891fe61" providerId="ADAL" clId="{DCEB6AFB-84CF-4592-8FAB-79E8761D8FE5}" dt="2026-04-24T14:27:42.829" v="545" actId="14100"/>
          <ac:spMkLst>
            <pc:docMk/>
            <pc:sldMk cId="4039187208" sldId="266"/>
            <ac:spMk id="2" creationId="{D8FD9506-99A4-9086-6D7F-10C2F7822EBD}"/>
          </ac:spMkLst>
        </pc:spChg>
        <pc:picChg chg="add mod">
          <ac:chgData name="Smith, David" userId="846a1c0a-3ddd-4f2e-a4ac-5d295891fe61" providerId="ADAL" clId="{DCEB6AFB-84CF-4592-8FAB-79E8761D8FE5}" dt="2026-04-24T14:51:28.084" v="975" actId="167"/>
          <ac:picMkLst>
            <pc:docMk/>
            <pc:sldMk cId="4039187208" sldId="266"/>
            <ac:picMk id="4098" creationId="{32F6D893-EBD5-BA4F-1313-63E87688F297}"/>
          </ac:picMkLst>
        </pc:picChg>
      </pc:sldChg>
      <pc:sldChg chg="addSp delSp modSp mod">
        <pc:chgData name="Smith, David" userId="846a1c0a-3ddd-4f2e-a4ac-5d295891fe61" providerId="ADAL" clId="{DCEB6AFB-84CF-4592-8FAB-79E8761D8FE5}" dt="2026-04-24T14:42:24.238" v="641" actId="1076"/>
        <pc:sldMkLst>
          <pc:docMk/>
          <pc:sldMk cId="465096118" sldId="267"/>
        </pc:sldMkLst>
        <pc:spChg chg="mod">
          <ac:chgData name="Smith, David" userId="846a1c0a-3ddd-4f2e-a4ac-5d295891fe61" providerId="ADAL" clId="{DCEB6AFB-84CF-4592-8FAB-79E8761D8FE5}" dt="2026-04-24T14:42:20.451" v="639" actId="1076"/>
          <ac:spMkLst>
            <pc:docMk/>
            <pc:sldMk cId="465096118" sldId="267"/>
            <ac:spMk id="2" creationId="{DE1BAC9F-170F-84E0-74FE-0F17ADDF4BD3}"/>
          </ac:spMkLst>
        </pc:spChg>
        <pc:picChg chg="add mod">
          <ac:chgData name="Smith, David" userId="846a1c0a-3ddd-4f2e-a4ac-5d295891fe61" providerId="ADAL" clId="{DCEB6AFB-84CF-4592-8FAB-79E8761D8FE5}" dt="2026-04-24T14:42:24.238" v="641" actId="1076"/>
          <ac:picMkLst>
            <pc:docMk/>
            <pc:sldMk cId="465096118" sldId="267"/>
            <ac:picMk id="3074" creationId="{D11275B4-6269-5043-883D-6390F2439A36}"/>
          </ac:picMkLst>
        </pc:picChg>
      </pc:sldChg>
      <pc:sldChg chg="modSp mod">
        <pc:chgData name="Smith, David" userId="846a1c0a-3ddd-4f2e-a4ac-5d295891fe61" providerId="ADAL" clId="{DCEB6AFB-84CF-4592-8FAB-79E8761D8FE5}" dt="2026-04-27T14:08:26.456" v="2149" actId="6549"/>
        <pc:sldMkLst>
          <pc:docMk/>
          <pc:sldMk cId="4219815083" sldId="269"/>
        </pc:sldMkLst>
        <pc:spChg chg="mod">
          <ac:chgData name="Smith, David" userId="846a1c0a-3ddd-4f2e-a4ac-5d295891fe61" providerId="ADAL" clId="{DCEB6AFB-84CF-4592-8FAB-79E8761D8FE5}" dt="2026-04-27T14:08:26.456" v="2149" actId="6549"/>
          <ac:spMkLst>
            <pc:docMk/>
            <pc:sldMk cId="4219815083" sldId="269"/>
            <ac:spMk id="3" creationId="{48169B35-8624-7EAE-A84C-277B81B74C22}"/>
          </ac:spMkLst>
        </pc:spChg>
      </pc:sldChg>
      <pc:sldChg chg="modSp mod">
        <pc:chgData name="Smith, David" userId="846a1c0a-3ddd-4f2e-a4ac-5d295891fe61" providerId="ADAL" clId="{DCEB6AFB-84CF-4592-8FAB-79E8761D8FE5}" dt="2026-04-27T14:08:56.826" v="2155" actId="20577"/>
        <pc:sldMkLst>
          <pc:docMk/>
          <pc:sldMk cId="271888622" sldId="270"/>
        </pc:sldMkLst>
        <pc:spChg chg="mod">
          <ac:chgData name="Smith, David" userId="846a1c0a-3ddd-4f2e-a4ac-5d295891fe61" providerId="ADAL" clId="{DCEB6AFB-84CF-4592-8FAB-79E8761D8FE5}" dt="2026-04-24T15:04:16.071" v="1216" actId="20577"/>
          <ac:spMkLst>
            <pc:docMk/>
            <pc:sldMk cId="271888622" sldId="270"/>
            <ac:spMk id="2" creationId="{20AB1C64-075C-F9F5-F43C-ADD47048F6B2}"/>
          </ac:spMkLst>
        </pc:spChg>
        <pc:spChg chg="mod">
          <ac:chgData name="Smith, David" userId="846a1c0a-3ddd-4f2e-a4ac-5d295891fe61" providerId="ADAL" clId="{DCEB6AFB-84CF-4592-8FAB-79E8761D8FE5}" dt="2026-04-27T14:08:56.826" v="2155" actId="20577"/>
          <ac:spMkLst>
            <pc:docMk/>
            <pc:sldMk cId="271888622" sldId="270"/>
            <ac:spMk id="3" creationId="{EC9E2720-0C31-5423-855E-271D04799533}"/>
          </ac:spMkLst>
        </pc:spChg>
      </pc:sldChg>
      <pc:sldChg chg="modSp mod">
        <pc:chgData name="Smith, David" userId="846a1c0a-3ddd-4f2e-a4ac-5d295891fe61" providerId="ADAL" clId="{DCEB6AFB-84CF-4592-8FAB-79E8761D8FE5}" dt="2026-04-24T15:27:13.346" v="1895" actId="20577"/>
        <pc:sldMkLst>
          <pc:docMk/>
          <pc:sldMk cId="820171255" sldId="271"/>
        </pc:sldMkLst>
        <pc:spChg chg="mod">
          <ac:chgData name="Smith, David" userId="846a1c0a-3ddd-4f2e-a4ac-5d295891fe61" providerId="ADAL" clId="{DCEB6AFB-84CF-4592-8FAB-79E8761D8FE5}" dt="2026-04-24T15:27:13.346" v="1895" actId="20577"/>
          <ac:spMkLst>
            <pc:docMk/>
            <pc:sldMk cId="820171255" sldId="271"/>
            <ac:spMk id="2" creationId="{118FFAB9-1C52-AA91-D958-4FC49069F3C0}"/>
          </ac:spMkLst>
        </pc:spChg>
      </pc:sldChg>
      <pc:sldChg chg="modSp mod modNotesTx">
        <pc:chgData name="Smith, David" userId="846a1c0a-3ddd-4f2e-a4ac-5d295891fe61" providerId="ADAL" clId="{DCEB6AFB-84CF-4592-8FAB-79E8761D8FE5}" dt="2026-04-27T14:23:07.950" v="2157"/>
        <pc:sldMkLst>
          <pc:docMk/>
          <pc:sldMk cId="1304381246" sldId="274"/>
        </pc:sldMkLst>
        <pc:spChg chg="mod">
          <ac:chgData name="Smith, David" userId="846a1c0a-3ddd-4f2e-a4ac-5d295891fe61" providerId="ADAL" clId="{DCEB6AFB-84CF-4592-8FAB-79E8761D8FE5}" dt="2026-04-27T14:23:07.950" v="2157"/>
          <ac:spMkLst>
            <pc:docMk/>
            <pc:sldMk cId="1304381246" sldId="274"/>
            <ac:spMk id="3" creationId="{D50F499C-5F54-663A-8DB2-AA48BA3C29AC}"/>
          </ac:spMkLst>
        </pc:spChg>
      </pc:sldChg>
      <pc:sldChg chg="new">
        <pc:chgData name="Smith, David" userId="846a1c0a-3ddd-4f2e-a4ac-5d295891fe61" providerId="ADAL" clId="{DCEB6AFB-84CF-4592-8FAB-79E8761D8FE5}" dt="2026-04-23T17:59:13.235" v="536" actId="680"/>
        <pc:sldMkLst>
          <pc:docMk/>
          <pc:sldMk cId="158265793" sldId="279"/>
        </pc:sldMkLst>
      </pc:sldChg>
      <pc:sldChg chg="addSp delSp modSp add del mod">
        <pc:chgData name="Smith, David" userId="846a1c0a-3ddd-4f2e-a4ac-5d295891fe61" providerId="ADAL" clId="{DCEB6AFB-84CF-4592-8FAB-79E8761D8FE5}" dt="2026-04-24T14:50:07.581" v="968" actId="2696"/>
        <pc:sldMkLst>
          <pc:docMk/>
          <pc:sldMk cId="1105160394" sldId="280"/>
        </pc:sldMkLst>
      </pc:sldChg>
      <pc:sldChg chg="modSp new mod">
        <pc:chgData name="Smith, David" userId="846a1c0a-3ddd-4f2e-a4ac-5d295891fe61" providerId="ADAL" clId="{DCEB6AFB-84CF-4592-8FAB-79E8761D8FE5}" dt="2026-04-24T15:31:58.809" v="2017" actId="20577"/>
        <pc:sldMkLst>
          <pc:docMk/>
          <pc:sldMk cId="1844219799" sldId="280"/>
        </pc:sldMkLst>
        <pc:spChg chg="mod">
          <ac:chgData name="Smith, David" userId="846a1c0a-3ddd-4f2e-a4ac-5d295891fe61" providerId="ADAL" clId="{DCEB6AFB-84CF-4592-8FAB-79E8761D8FE5}" dt="2026-04-24T15:25:53.359" v="1855" actId="20577"/>
          <ac:spMkLst>
            <pc:docMk/>
            <pc:sldMk cId="1844219799" sldId="280"/>
            <ac:spMk id="2" creationId="{E8B543D4-9A86-F632-31DE-11C43ECA2956}"/>
          </ac:spMkLst>
        </pc:spChg>
        <pc:spChg chg="mod">
          <ac:chgData name="Smith, David" userId="846a1c0a-3ddd-4f2e-a4ac-5d295891fe61" providerId="ADAL" clId="{DCEB6AFB-84CF-4592-8FAB-79E8761D8FE5}" dt="2026-04-24T15:31:58.809" v="2017" actId="20577"/>
          <ac:spMkLst>
            <pc:docMk/>
            <pc:sldMk cId="1844219799" sldId="280"/>
            <ac:spMk id="3" creationId="{636E9F69-15A7-5744-D44E-5CE3AB96F6A7}"/>
          </ac:spMkLst>
        </pc:spChg>
      </pc:sldChg>
    </pc:docChg>
  </pc:docChgLst>
  <pc:docChgLst>
    <pc:chgData name="Smith, David" userId="S::smithd30@chop.edu::846a1c0a-3ddd-4f2e-a4ac-5d295891fe61" providerId="AD" clId="Web-{B08DCEA5-FC5C-2785-CED0-7DDBFC9E8714}"/>
    <pc:docChg chg="addSld delSld modSld">
      <pc:chgData name="Smith, David" userId="S::smithd30@chop.edu::846a1c0a-3ddd-4f2e-a4ac-5d295891fe61" providerId="AD" clId="Web-{B08DCEA5-FC5C-2785-CED0-7DDBFC9E8714}" dt="2026-04-24T20:49:12.066" v="826" actId="20577"/>
      <pc:docMkLst>
        <pc:docMk/>
      </pc:docMkLst>
      <pc:sldChg chg="addSp modSp">
        <pc:chgData name="Smith, David" userId="S::smithd30@chop.edu::846a1c0a-3ddd-4f2e-a4ac-5d295891fe61" providerId="AD" clId="Web-{B08DCEA5-FC5C-2785-CED0-7DDBFC9E8714}" dt="2026-04-24T20:24:25.818" v="778"/>
        <pc:sldMkLst>
          <pc:docMk/>
          <pc:sldMk cId="1936947667" sldId="257"/>
        </pc:sldMkLst>
        <pc:spChg chg="add mod">
          <ac:chgData name="Smith, David" userId="S::smithd30@chop.edu::846a1c0a-3ddd-4f2e-a4ac-5d295891fe61" providerId="AD" clId="Web-{B08DCEA5-FC5C-2785-CED0-7DDBFC9E8714}" dt="2026-04-24T20:24:25.818" v="778"/>
          <ac:spMkLst>
            <pc:docMk/>
            <pc:sldMk cId="1936947667" sldId="257"/>
            <ac:spMk id="4" creationId="{A9195479-7E69-B07F-46A1-B0EE14A38EA3}"/>
          </ac:spMkLst>
        </pc:spChg>
      </pc:sldChg>
      <pc:sldChg chg="modSp">
        <pc:chgData name="Smith, David" userId="S::smithd30@chop.edu::846a1c0a-3ddd-4f2e-a4ac-5d295891fe61" providerId="AD" clId="Web-{B08DCEA5-FC5C-2785-CED0-7DDBFC9E8714}" dt="2026-04-24T20:01:46.498" v="607" actId="20577"/>
        <pc:sldMkLst>
          <pc:docMk/>
          <pc:sldMk cId="4219815083" sldId="269"/>
        </pc:sldMkLst>
        <pc:spChg chg="mod">
          <ac:chgData name="Smith, David" userId="S::smithd30@chop.edu::846a1c0a-3ddd-4f2e-a4ac-5d295891fe61" providerId="AD" clId="Web-{B08DCEA5-FC5C-2785-CED0-7DDBFC9E8714}" dt="2026-04-24T20:01:46.498" v="607" actId="20577"/>
          <ac:spMkLst>
            <pc:docMk/>
            <pc:sldMk cId="4219815083" sldId="269"/>
            <ac:spMk id="3" creationId="{48169B35-8624-7EAE-A84C-277B81B74C22}"/>
          </ac:spMkLst>
        </pc:spChg>
      </pc:sldChg>
      <pc:sldChg chg="addSp delSp modSp">
        <pc:chgData name="Smith, David" userId="S::smithd30@chop.edu::846a1c0a-3ddd-4f2e-a4ac-5d295891fe61" providerId="AD" clId="Web-{B08DCEA5-FC5C-2785-CED0-7DDBFC9E8714}" dt="2026-04-24T20:49:12.066" v="826" actId="20577"/>
        <pc:sldMkLst>
          <pc:docMk/>
          <pc:sldMk cId="327006644" sldId="272"/>
        </pc:sldMkLst>
        <pc:spChg chg="mod">
          <ac:chgData name="Smith, David" userId="S::smithd30@chop.edu::846a1c0a-3ddd-4f2e-a4ac-5d295891fe61" providerId="AD" clId="Web-{B08DCEA5-FC5C-2785-CED0-7DDBFC9E8714}" dt="2026-04-24T17:39:53.907" v="148" actId="20577"/>
          <ac:spMkLst>
            <pc:docMk/>
            <pc:sldMk cId="327006644" sldId="272"/>
            <ac:spMk id="2" creationId="{6F30E4D7-0F4C-AFBF-0526-EA59CF519DD4}"/>
          </ac:spMkLst>
        </pc:spChg>
        <pc:spChg chg="add mod">
          <ac:chgData name="Smith, David" userId="S::smithd30@chop.edu::846a1c0a-3ddd-4f2e-a4ac-5d295891fe61" providerId="AD" clId="Web-{B08DCEA5-FC5C-2785-CED0-7DDBFC9E8714}" dt="2026-04-24T20:49:12.066" v="826" actId="20577"/>
          <ac:spMkLst>
            <pc:docMk/>
            <pc:sldMk cId="327006644" sldId="272"/>
            <ac:spMk id="4" creationId="{40A80F60-E9B7-2E84-D0C6-69A9B4FA3990}"/>
          </ac:spMkLst>
        </pc:spChg>
      </pc:sldChg>
      <pc:sldChg chg="addSp delSp modSp del">
        <pc:chgData name="Smith, David" userId="S::smithd30@chop.edu::846a1c0a-3ddd-4f2e-a4ac-5d295891fe61" providerId="AD" clId="Web-{B08DCEA5-FC5C-2785-CED0-7DDBFC9E8714}" dt="2026-04-24T17:40:33.408" v="184"/>
        <pc:sldMkLst>
          <pc:docMk/>
          <pc:sldMk cId="634562135" sldId="273"/>
        </pc:sldMkLst>
      </pc:sldChg>
      <pc:sldChg chg="modSp">
        <pc:chgData name="Smith, David" userId="S::smithd30@chop.edu::846a1c0a-3ddd-4f2e-a4ac-5d295891fe61" providerId="AD" clId="Web-{B08DCEA5-FC5C-2785-CED0-7DDBFC9E8714}" dt="2026-04-24T20:37:12.635" v="820" actId="20577"/>
        <pc:sldMkLst>
          <pc:docMk/>
          <pc:sldMk cId="1304381246" sldId="274"/>
        </pc:sldMkLst>
        <pc:spChg chg="mod">
          <ac:chgData name="Smith, David" userId="S::smithd30@chop.edu::846a1c0a-3ddd-4f2e-a4ac-5d295891fe61" providerId="AD" clId="Web-{B08DCEA5-FC5C-2785-CED0-7DDBFC9E8714}" dt="2026-04-24T20:37:12.635" v="820" actId="20577"/>
          <ac:spMkLst>
            <pc:docMk/>
            <pc:sldMk cId="1304381246" sldId="274"/>
            <ac:spMk id="3" creationId="{D50F499C-5F54-663A-8DB2-AA48BA3C29AC}"/>
          </ac:spMkLst>
        </pc:spChg>
      </pc:sldChg>
      <pc:sldChg chg="del">
        <pc:chgData name="Smith, David" userId="S::smithd30@chop.edu::846a1c0a-3ddd-4f2e-a4ac-5d295891fe61" providerId="AD" clId="Web-{B08DCEA5-FC5C-2785-CED0-7DDBFC9E8714}" dt="2026-04-24T18:34:55.906" v="598"/>
        <pc:sldMkLst>
          <pc:docMk/>
          <pc:sldMk cId="1126695479" sldId="275"/>
        </pc:sldMkLst>
      </pc:sldChg>
      <pc:sldChg chg="modSp">
        <pc:chgData name="Smith, David" userId="S::smithd30@chop.edu::846a1c0a-3ddd-4f2e-a4ac-5d295891fe61" providerId="AD" clId="Web-{B08DCEA5-FC5C-2785-CED0-7DDBFC9E8714}" dt="2026-04-24T18:34:48.562" v="597" actId="20577"/>
        <pc:sldMkLst>
          <pc:docMk/>
          <pc:sldMk cId="1982117549" sldId="276"/>
        </pc:sldMkLst>
        <pc:spChg chg="mod">
          <ac:chgData name="Smith, David" userId="S::smithd30@chop.edu::846a1c0a-3ddd-4f2e-a4ac-5d295891fe61" providerId="AD" clId="Web-{B08DCEA5-FC5C-2785-CED0-7DDBFC9E8714}" dt="2026-04-24T18:34:48.562" v="597" actId="20577"/>
          <ac:spMkLst>
            <pc:docMk/>
            <pc:sldMk cId="1982117549" sldId="276"/>
            <ac:spMk id="3" creationId="{22774717-F275-BB7A-AE3B-EA3C605DBCFB}"/>
          </ac:spMkLst>
        </pc:spChg>
      </pc:sldChg>
      <pc:sldChg chg="modSp">
        <pc:chgData name="Smith, David" userId="S::smithd30@chop.edu::846a1c0a-3ddd-4f2e-a4ac-5d295891fe61" providerId="AD" clId="Web-{B08DCEA5-FC5C-2785-CED0-7DDBFC9E8714}" dt="2026-04-24T18:28:29.483" v="383" actId="20577"/>
        <pc:sldMkLst>
          <pc:docMk/>
          <pc:sldMk cId="2360302720" sldId="277"/>
        </pc:sldMkLst>
        <pc:spChg chg="mod">
          <ac:chgData name="Smith, David" userId="S::smithd30@chop.edu::846a1c0a-3ddd-4f2e-a4ac-5d295891fe61" providerId="AD" clId="Web-{B08DCEA5-FC5C-2785-CED0-7DDBFC9E8714}" dt="2026-04-24T18:28:29.483" v="383" actId="20577"/>
          <ac:spMkLst>
            <pc:docMk/>
            <pc:sldMk cId="2360302720" sldId="277"/>
            <ac:spMk id="3" creationId="{29AAF96A-3B1B-5162-481C-2F866A7AB141}"/>
          </ac:spMkLst>
        </pc:spChg>
      </pc:sldChg>
      <pc:sldChg chg="modSp">
        <pc:chgData name="Smith, David" userId="S::smithd30@chop.edu::846a1c0a-3ddd-4f2e-a4ac-5d295891fe61" providerId="AD" clId="Web-{B08DCEA5-FC5C-2785-CED0-7DDBFC9E8714}" dt="2026-04-24T20:02:15.623" v="608" actId="20577"/>
        <pc:sldMkLst>
          <pc:docMk/>
          <pc:sldMk cId="1844219799" sldId="280"/>
        </pc:sldMkLst>
        <pc:spChg chg="mod">
          <ac:chgData name="Smith, David" userId="S::smithd30@chop.edu::846a1c0a-3ddd-4f2e-a4ac-5d295891fe61" providerId="AD" clId="Web-{B08DCEA5-FC5C-2785-CED0-7DDBFC9E8714}" dt="2026-04-24T20:02:15.623" v="608" actId="20577"/>
          <ac:spMkLst>
            <pc:docMk/>
            <pc:sldMk cId="1844219799" sldId="280"/>
            <ac:spMk id="3" creationId="{636E9F69-15A7-5744-D44E-5CE3AB96F6A7}"/>
          </ac:spMkLst>
        </pc:spChg>
      </pc:sldChg>
      <pc:sldChg chg="delSp modSp new">
        <pc:chgData name="Smith, David" userId="S::smithd30@chop.edu::846a1c0a-3ddd-4f2e-a4ac-5d295891fe61" providerId="AD" clId="Web-{B08DCEA5-FC5C-2785-CED0-7DDBFC9E8714}" dt="2026-04-24T18:35:15" v="605" actId="1076"/>
        <pc:sldMkLst>
          <pc:docMk/>
          <pc:sldMk cId="722195530" sldId="281"/>
        </pc:sldMkLst>
        <pc:spChg chg="mod">
          <ac:chgData name="Smith, David" userId="S::smithd30@chop.edu::846a1c0a-3ddd-4f2e-a4ac-5d295891fe61" providerId="AD" clId="Web-{B08DCEA5-FC5C-2785-CED0-7DDBFC9E8714}" dt="2026-04-24T18:35:15" v="605" actId="1076"/>
          <ac:spMkLst>
            <pc:docMk/>
            <pc:sldMk cId="722195530" sldId="281"/>
            <ac:spMk id="2" creationId="{20780C5D-8527-D514-D26A-CDF6504A71C9}"/>
          </ac:spMkLst>
        </pc:spChg>
      </pc:sldChg>
      <pc:sldChg chg="modSp new">
        <pc:chgData name="Smith, David" userId="S::smithd30@chop.edu::846a1c0a-3ddd-4f2e-a4ac-5d295891fe61" providerId="AD" clId="Web-{B08DCEA5-FC5C-2785-CED0-7DDBFC9E8714}" dt="2026-04-24T20:21:39.162" v="770" actId="20577"/>
        <pc:sldMkLst>
          <pc:docMk/>
          <pc:sldMk cId="254385973" sldId="282"/>
        </pc:sldMkLst>
        <pc:spChg chg="mod">
          <ac:chgData name="Smith, David" userId="S::smithd30@chop.edu::846a1c0a-3ddd-4f2e-a4ac-5d295891fe61" providerId="AD" clId="Web-{B08DCEA5-FC5C-2785-CED0-7DDBFC9E8714}" dt="2026-04-24T20:11:34.163" v="622" actId="20577"/>
          <ac:spMkLst>
            <pc:docMk/>
            <pc:sldMk cId="254385973" sldId="282"/>
            <ac:spMk id="2" creationId="{476D6D20-2DA3-C424-E182-E07FF701110C}"/>
          </ac:spMkLst>
        </pc:spChg>
        <pc:spChg chg="mod">
          <ac:chgData name="Smith, David" userId="S::smithd30@chop.edu::846a1c0a-3ddd-4f2e-a4ac-5d295891fe61" providerId="AD" clId="Web-{B08DCEA5-FC5C-2785-CED0-7DDBFC9E8714}" dt="2026-04-24T20:21:39.162" v="770" actId="20577"/>
          <ac:spMkLst>
            <pc:docMk/>
            <pc:sldMk cId="254385973" sldId="282"/>
            <ac:spMk id="3" creationId="{C65D2ADA-28F0-35A9-BB9E-8D9EE13512D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45A86-565C-44EE-A38E-B2B17D83C70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73BFDF-3C99-4EC3-AADC-A9951ACBD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11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73BFDF-3C99-4EC3-AADC-A9951ACBD98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28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SCB-Core/CSCT_resourc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patialdata.scverse.org/en/stable/installation.html" TargetMode="External"/><Relationship Id="rId2" Type="http://schemas.openxmlformats.org/officeDocument/2006/relationships/hyperlink" Target="https://www.anaconda.com/docs/getting-started/miniconda/mai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iki.chop.edu/spaces/RISUD/pages/261754453/Web+Interface+With+interactive+HPC+components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spatialdata.scverse.org/projects/napari/en/latest/notebooks/spatialdata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Spatial Analysis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Data structure fundamentals and other tips to save you time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C5CB9-2E01-3255-6193-9EFCD8120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6CF4E-7235-064D-26EE-7E5713402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/>
              <a:t>Why is this important?</a:t>
            </a:r>
          </a:p>
          <a:p>
            <a:pPr marL="514350" indent="-514350">
              <a:buAutoNum type="arabicPeriod"/>
            </a:pPr>
            <a:r>
              <a:rPr lang="en-US" dirty="0"/>
              <a:t>Architecture of </a:t>
            </a:r>
            <a:r>
              <a:rPr lang="en-US" dirty="0" err="1"/>
              <a:t>SpatialData</a:t>
            </a:r>
          </a:p>
          <a:p>
            <a:pPr marL="514350" indent="-514350">
              <a:buAutoNum type="arabicPeriod"/>
            </a:pPr>
            <a:r>
              <a:rPr lang="en-US"/>
              <a:t>Tips and scripts to aid visualization</a:t>
            </a:r>
            <a:endParaRPr lang="en-US" dirty="0"/>
          </a:p>
          <a:p>
            <a:pPr>
              <a:buAutoNum type="arabicPeriod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95479-7E69-B07F-46A1-B0EE14A38EA3}"/>
              </a:ext>
            </a:extLst>
          </p:cNvPr>
          <p:cNvSpPr txBox="1"/>
          <p:nvPr/>
        </p:nvSpPr>
        <p:spPr>
          <a:xfrm>
            <a:off x="445213" y="4640494"/>
            <a:ext cx="1145568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ea typeface="+mn-lt"/>
                <a:cs typeface="+mn-lt"/>
                <a:hlinkClick r:id="rId2"/>
              </a:rPr>
              <a:t>https://github.com/CSCB-Core/CSCT_resources</a:t>
            </a:r>
            <a:endParaRPr lang="en-US" sz="2800"/>
          </a:p>
          <a:p>
            <a:pPr algn="ctr"/>
            <a:endParaRPr lang="en-US" sz="28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6947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FA6B-F438-7169-4395-9BAB9FAAD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 is insufficient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B9E9D-E448-EC98-8878-AA8AA1904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Less development for image analysis and processing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More community support for Python packages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Cupy</a:t>
            </a:r>
            <a:r>
              <a:rPr lang="en-US" dirty="0"/>
              <a:t>, GPU-accelerated computation</a:t>
            </a:r>
          </a:p>
          <a:p>
            <a:r>
              <a:rPr lang="en-US" dirty="0"/>
              <a:t>Difficult coordination between modalities</a:t>
            </a:r>
          </a:p>
          <a:p>
            <a:r>
              <a:rPr lang="en-US" dirty="0"/>
              <a:t>Data storage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BPcells</a:t>
            </a:r>
            <a:r>
              <a:rPr lang="en-US" dirty="0"/>
              <a:t> (R, Python)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Dask</a:t>
            </a:r>
            <a:r>
              <a:rPr lang="en-US" dirty="0"/>
              <a:t>, HDF5, </a:t>
            </a:r>
            <a:r>
              <a:rPr lang="en-US" dirty="0" err="1"/>
              <a:t>Xarray</a:t>
            </a:r>
            <a:endParaRPr lang="en-US" dirty="0"/>
          </a:p>
          <a:p>
            <a:r>
              <a:rPr lang="en-US" dirty="0"/>
              <a:t>Many R single-cell libraries are wrappers for Python packages</a:t>
            </a:r>
          </a:p>
          <a:p>
            <a:r>
              <a:rPr lang="en-US" dirty="0"/>
              <a:t>Less development for spatial single-cell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7EC2B7-B653-F9C2-2169-C597CF1A9357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Importance  </a:t>
            </a:r>
            <a:r>
              <a:rPr lang="en-US" dirty="0" err="1">
                <a:solidFill>
                  <a:schemeClr val="bg1">
                    <a:lumMod val="76000"/>
                  </a:schemeClr>
                </a:solidFill>
              </a:rPr>
              <a:t>SpatialData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  Tips</a:t>
            </a:r>
          </a:p>
        </p:txBody>
      </p:sp>
    </p:spTree>
    <p:extLst>
      <p:ext uri="{BB962C8B-B14F-4D97-AF65-F5344CB8AC3E}">
        <p14:creationId xmlns:p14="http://schemas.microsoft.com/office/powerpoint/2010/main" val="387096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D2E4-69E7-532C-73D9-6642C9B37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Propriety </a:t>
            </a:r>
            <a:r>
              <a:rPr lang="en-US" dirty="0" err="1"/>
              <a:t>softwares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67AB3-51DF-C74F-055B-5DFEA058F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Loupe, </a:t>
            </a:r>
            <a:r>
              <a:rPr lang="en-US" dirty="0" err="1"/>
              <a:t>Vizualizer</a:t>
            </a:r>
            <a:r>
              <a:rPr lang="en-US" dirty="0"/>
              <a:t>, Xenium Explorer, </a:t>
            </a:r>
            <a:r>
              <a:rPr lang="en-US" dirty="0" err="1"/>
              <a:t>GeoMx</a:t>
            </a:r>
            <a:r>
              <a:rPr lang="en-US" dirty="0"/>
              <a:t> DSP, etc.</a:t>
            </a:r>
          </a:p>
          <a:p>
            <a:r>
              <a:rPr lang="en-US" dirty="0"/>
              <a:t>Rigid</a:t>
            </a:r>
          </a:p>
          <a:p>
            <a:r>
              <a:rPr lang="en-US" dirty="0"/>
              <a:t>Can't analyze additional samples</a:t>
            </a:r>
          </a:p>
          <a:p>
            <a:r>
              <a:rPr lang="en-US" dirty="0"/>
              <a:t>Annoying version control—updates may not support older file types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F9F78F-82A6-CFAA-C793-2F29D310236F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Importance  </a:t>
            </a:r>
            <a:r>
              <a:rPr lang="en-US" dirty="0" err="1">
                <a:solidFill>
                  <a:schemeClr val="bg1">
                    <a:lumMod val="76000"/>
                  </a:schemeClr>
                </a:solidFill>
              </a:rPr>
              <a:t>SpatialData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  Tips</a:t>
            </a:r>
          </a:p>
        </p:txBody>
      </p:sp>
    </p:spTree>
    <p:extLst>
      <p:ext uri="{BB962C8B-B14F-4D97-AF65-F5344CB8AC3E}">
        <p14:creationId xmlns:p14="http://schemas.microsoft.com/office/powerpoint/2010/main" val="859560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65FF-A74C-61AA-C055-0F5A224B1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Flexible format for a growing field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C419EC-0D75-E0FE-99AD-20FD3F5EDA47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Importance  </a:t>
            </a:r>
            <a:r>
              <a:rPr lang="en-US" dirty="0" err="1">
                <a:solidFill>
                  <a:schemeClr val="bg1">
                    <a:lumMod val="76000"/>
                  </a:schemeClr>
                </a:solidFill>
              </a:rPr>
              <a:t>SpatialData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  Tips</a:t>
            </a: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2BE1C1C-E26F-A0B3-4A0B-AB10B8151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023" y="2115457"/>
            <a:ext cx="103060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58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FC3F-9CA4-8E44-A212-7F5E531D6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Flexible format for a growing field</a:t>
            </a:r>
          </a:p>
        </p:txBody>
      </p:sp>
      <p:pic>
        <p:nvPicPr>
          <p:cNvPr id="4" name="Picture 3" descr="A close up of a page&#10;&#10;AI-generated content may be incorrect.">
            <a:extLst>
              <a:ext uri="{FF2B5EF4-FFF2-40B4-BE49-F238E27FC236}">
                <a16:creationId xmlns:a16="http://schemas.microsoft.com/office/drawing/2014/main" id="{E4AE2222-B062-63F3-C109-3A2F2A421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81" y="1551581"/>
            <a:ext cx="7115175" cy="1400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A3AC80-A701-3EA6-2004-16FDD7D19E94}"/>
              </a:ext>
            </a:extLst>
          </p:cNvPr>
          <p:cNvSpPr txBox="1"/>
          <p:nvPr/>
        </p:nvSpPr>
        <p:spPr>
          <a:xfrm>
            <a:off x="351506" y="3152763"/>
            <a:ext cx="6470952" cy="3749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/>
              <a:t>Nature Methods, </a:t>
            </a:r>
            <a:r>
              <a:rPr lang="en-US"/>
              <a:t>Year in Review 2025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E4BBF5-D993-D8BF-B57F-CC2B3BE40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33" y="3975554"/>
            <a:ext cx="5579835" cy="1693031"/>
          </a:xfrm>
          <a:prstGeom prst="rect">
            <a:avLst/>
          </a:prstGeom>
        </p:spPr>
      </p:pic>
      <p:pic>
        <p:nvPicPr>
          <p:cNvPr id="7" name="Picture 6" descr="A screenshot of a web page&#10;&#10;AI-generated content may be incorrect.">
            <a:extLst>
              <a:ext uri="{FF2B5EF4-FFF2-40B4-BE49-F238E27FC236}">
                <a16:creationId xmlns:a16="http://schemas.microsoft.com/office/drawing/2014/main" id="{E5FE224D-5300-BE74-3522-0D3F9406C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3011" y="3971168"/>
            <a:ext cx="5571218" cy="15403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BD49A4-9F8E-2E52-D5BC-4F90A106B406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Importance  </a:t>
            </a:r>
            <a:r>
              <a:rPr lang="en-US" dirty="0" err="1">
                <a:solidFill>
                  <a:schemeClr val="bg1">
                    <a:lumMod val="76000"/>
                  </a:schemeClr>
                </a:solidFill>
              </a:rPr>
              <a:t>SpatialData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  Tips</a:t>
            </a:r>
          </a:p>
        </p:txBody>
      </p:sp>
    </p:spTree>
    <p:extLst>
      <p:ext uri="{BB962C8B-B14F-4D97-AF65-F5344CB8AC3E}">
        <p14:creationId xmlns:p14="http://schemas.microsoft.com/office/powerpoint/2010/main" val="242148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5773A-ED51-C1B5-0562-E48BA5070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105" y="2290726"/>
            <a:ext cx="3834008" cy="1927138"/>
          </a:xfrm>
        </p:spPr>
        <p:txBody>
          <a:bodyPr/>
          <a:lstStyle/>
          <a:p>
            <a:r>
              <a:rPr lang="en-US" dirty="0"/>
              <a:t>Intro to </a:t>
            </a:r>
            <a:r>
              <a:rPr lang="en-US" dirty="0" err="1"/>
              <a:t>SpatialData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6DB08-3D2B-4C92-D6F5-D934FCAE2600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/>
              <a:t>SpatialData</a:t>
            </a:r>
            <a:r>
              <a:rPr lang="en-US" dirty="0"/>
              <a:t>  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Tips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AEA4A9-1B62-F66E-E1F8-1836B5421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351" y="365125"/>
            <a:ext cx="6079544" cy="577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08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51DF-E600-C877-0A8A-C60A4FCA8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First, the </a:t>
            </a:r>
            <a:r>
              <a:rPr lang="en-US" dirty="0" err="1"/>
              <a:t>AnnData</a:t>
            </a:r>
            <a:r>
              <a:rPr lang="en-US" dirty="0"/>
              <a:t> (`table`) object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B1469-DDC5-5E6F-9463-0FE05C545115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/>
              <a:t>SpatialData</a:t>
            </a:r>
            <a:r>
              <a:rPr lang="en-US" dirty="0"/>
              <a:t>  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Tips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CDF074-4960-A804-C278-04FE2A8B3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8820" y="1558946"/>
            <a:ext cx="4709786" cy="45920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6F7299-3E35-F21E-1A39-DE48509167FB}"/>
              </a:ext>
            </a:extLst>
          </p:cNvPr>
          <p:cNvSpPr txBox="1"/>
          <p:nvPr/>
        </p:nvSpPr>
        <p:spPr>
          <a:xfrm>
            <a:off x="325677" y="1708500"/>
            <a:ext cx="53675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Layers/X</a:t>
            </a:r>
            <a:r>
              <a:rPr lang="en-US" dirty="0"/>
              <a:t> = Measured values (e.g. expression), transformations, normalizations, splicing,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var/</a:t>
            </a:r>
            <a:r>
              <a:rPr lang="en-US" b="1" dirty="0" err="1"/>
              <a:t>obs</a:t>
            </a:r>
            <a:r>
              <a:rPr lang="en-US" dirty="0"/>
              <a:t> = metadata on features (e.g. gene conversions, stats) / metadata on observations (e.g. cluster, experiment group)</a:t>
            </a:r>
          </a:p>
          <a:p>
            <a:endParaRPr lang="en-US" b="1" dirty="0"/>
          </a:p>
          <a:p>
            <a:r>
              <a:rPr lang="en-US" b="1" dirty="0" err="1"/>
              <a:t>varm</a:t>
            </a:r>
            <a:r>
              <a:rPr lang="en-US" b="1" dirty="0"/>
              <a:t>/</a:t>
            </a:r>
            <a:r>
              <a:rPr lang="en-US" b="1" dirty="0" err="1"/>
              <a:t>obsm</a:t>
            </a:r>
            <a:r>
              <a:rPr lang="en-US" dirty="0"/>
              <a:t> = result sets that match one dimension of either ‘var’ or ‘</a:t>
            </a:r>
            <a:r>
              <a:rPr lang="en-US" dirty="0" err="1"/>
              <a:t>obs’</a:t>
            </a:r>
            <a:r>
              <a:rPr lang="en-US" dirty="0"/>
              <a:t> (e.g. UMAP).</a:t>
            </a:r>
          </a:p>
          <a:p>
            <a:endParaRPr lang="en-US" b="1" dirty="0"/>
          </a:p>
          <a:p>
            <a:r>
              <a:rPr lang="en-US" b="1" dirty="0" err="1"/>
              <a:t>obsp</a:t>
            </a:r>
            <a:r>
              <a:rPr lang="en-US" b="1" dirty="0"/>
              <a:t>/</a:t>
            </a:r>
            <a:r>
              <a:rPr lang="en-US" b="1" dirty="0" err="1"/>
              <a:t>varp</a:t>
            </a:r>
            <a:r>
              <a:rPr lang="en-US" dirty="0"/>
              <a:t> = properties</a:t>
            </a:r>
          </a:p>
          <a:p>
            <a:endParaRPr lang="en-US" b="1" dirty="0"/>
          </a:p>
          <a:p>
            <a:r>
              <a:rPr lang="en-US" b="1" dirty="0"/>
              <a:t>Unstructured</a:t>
            </a:r>
            <a:r>
              <a:rPr lang="en-US" dirty="0"/>
              <a:t> = dictionary with results of unique dimension or type (e.g. DEG results)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5302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51650-4B56-07BD-8BB0-570FF9C8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2530"/>
          </a:xfrm>
        </p:spPr>
        <p:txBody>
          <a:bodyPr/>
          <a:lstStyle/>
          <a:p>
            <a:r>
              <a:rPr lang="en-US" dirty="0" err="1"/>
              <a:t>SpatialData</a:t>
            </a:r>
            <a:r>
              <a:rPr lang="en-US" dirty="0"/>
              <a:t> Object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37A46-F828-6F8C-72CE-E70D740C7128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/>
              <a:t>SpatialData</a:t>
            </a:r>
            <a:r>
              <a:rPr lang="en-US" dirty="0"/>
              <a:t>  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Tips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C8370A8-B390-1BFF-2CD4-9629B0FC3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299" y="722530"/>
            <a:ext cx="7724603" cy="3658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8BEA0F-B2E2-9AC2-F0EB-37DD71FDC30F}"/>
              </a:ext>
            </a:extLst>
          </p:cNvPr>
          <p:cNvSpPr txBox="1"/>
          <p:nvPr/>
        </p:nvSpPr>
        <p:spPr>
          <a:xfrm>
            <a:off x="481263" y="4722646"/>
            <a:ext cx="10872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built-in functions to automatically read the output of most experiment types and generate the </a:t>
            </a:r>
            <a:r>
              <a:rPr lang="en-US" dirty="0" err="1"/>
              <a:t>spatialdata</a:t>
            </a:r>
            <a:r>
              <a:rPr lang="en-US" dirty="0"/>
              <a:t> object.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formats are compatible with virtually every downstream analysis package</a:t>
            </a:r>
          </a:p>
        </p:txBody>
      </p:sp>
    </p:spTree>
    <p:extLst>
      <p:ext uri="{BB962C8B-B14F-4D97-AF65-F5344CB8AC3E}">
        <p14:creationId xmlns:p14="http://schemas.microsoft.com/office/powerpoint/2010/main" val="17481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6FCDB78-76E1-6528-02FF-19F266E8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SpatialData</a:t>
            </a:r>
            <a:r>
              <a:rPr lang="en-US" dirty="0"/>
              <a:t> Object</a:t>
            </a:r>
          </a:p>
        </p:txBody>
      </p:sp>
      <p:pic>
        <p:nvPicPr>
          <p:cNvPr id="7" name="Picture 6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778CE228-9BAA-10A4-3D81-AA7F20DB9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5139"/>
            <a:ext cx="12192000" cy="45403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4045B0-A329-D5E7-EC78-F262A6A4FBBA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/>
              <a:t>SpatialData</a:t>
            </a:r>
            <a:r>
              <a:rPr lang="en-US" dirty="0"/>
              <a:t>  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158265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AC9F-170F-84E0-74FE-0F17ADDF4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207"/>
            <a:ext cx="10515600" cy="624431"/>
          </a:xfrm>
        </p:spPr>
        <p:txBody>
          <a:bodyPr>
            <a:normAutofit fontScale="90000"/>
          </a:bodyPr>
          <a:lstStyle/>
          <a:p>
            <a:r>
              <a:rPr lang="en-US" dirty="0"/>
              <a:t>How they're coordinated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E94F4-A5E4-7A82-EBF6-95F87269A826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/>
              <a:t>SpatialData</a:t>
            </a:r>
            <a:r>
              <a:rPr lang="en-US" dirty="0"/>
              <a:t>  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Tips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1275B4-6269-5043-883D-6390F2439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398" y="526093"/>
            <a:ext cx="9063203" cy="565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096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32F6D893-EBD5-BA4F-1313-63E87688F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21048"/>
            <a:ext cx="10819840" cy="571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FD9506-99A4-9086-6D7F-10C2F7822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1"/>
            <a:ext cx="10515600" cy="825148"/>
          </a:xfrm>
        </p:spPr>
        <p:txBody>
          <a:bodyPr/>
          <a:lstStyle/>
          <a:p>
            <a:r>
              <a:rPr lang="en-US" dirty="0"/>
              <a:t>Coordination space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05FC4-9227-2037-6209-FBD3951A1387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/>
              <a:t>SpatialData</a:t>
            </a:r>
            <a:r>
              <a:rPr lang="en-US" dirty="0"/>
              <a:t>  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4039187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C050482B-A8F8-1938-33A1-A78E893989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29"/>
          <a:stretch>
            <a:fillRect/>
          </a:stretch>
        </p:blipFill>
        <p:spPr bwMode="auto">
          <a:xfrm>
            <a:off x="145142" y="948767"/>
            <a:ext cx="5629357" cy="2145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98468F-E64F-57E6-CF5D-71AD9CA2D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4246"/>
          </a:xfrm>
        </p:spPr>
        <p:txBody>
          <a:bodyPr/>
          <a:lstStyle/>
          <a:p>
            <a:r>
              <a:rPr lang="en-US" dirty="0"/>
              <a:t>Assigning annotation space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6A545-B4ED-6109-00AB-4DB4717E4685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/>
              <a:t>SpatialData</a:t>
            </a:r>
            <a:r>
              <a:rPr lang="en-US" dirty="0"/>
              <a:t>  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Tips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AFD7A-B597-F290-382E-3A88255E52BF}"/>
              </a:ext>
            </a:extLst>
          </p:cNvPr>
          <p:cNvSpPr txBox="1"/>
          <p:nvPr/>
        </p:nvSpPr>
        <p:spPr>
          <a:xfrm>
            <a:off x="5323562" y="3305634"/>
            <a:ext cx="65093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&gt; </a:t>
            </a:r>
            <a:r>
              <a:rPr lang="en-US" sz="1400" dirty="0" err="1"/>
              <a:t>sdata</a:t>
            </a:r>
            <a:r>
              <a:rPr lang="en-US" sz="1400" dirty="0"/>
              <a:t>["table"].</a:t>
            </a:r>
            <a:r>
              <a:rPr lang="en-US" sz="1400" dirty="0" err="1"/>
              <a:t>obs</a:t>
            </a:r>
            <a:r>
              <a:rPr lang="en-US" sz="1400" dirty="0"/>
              <a:t>["region"] = "</a:t>
            </a:r>
            <a:r>
              <a:rPr lang="en-US" sz="1400" dirty="0" err="1"/>
              <a:t>labels_as_circles</a:t>
            </a:r>
            <a:r>
              <a:rPr lang="en-US" sz="1400" dirty="0"/>
              <a:t>"</a:t>
            </a:r>
          </a:p>
          <a:p>
            <a:r>
              <a:rPr lang="en-US" sz="1400" dirty="0"/>
              <a:t>&gt; </a:t>
            </a:r>
            <a:r>
              <a:rPr lang="en-US" sz="1400" dirty="0" err="1"/>
              <a:t>sdata.</a:t>
            </a:r>
            <a:r>
              <a:rPr lang="en-US" sz="1400" b="1" dirty="0" err="1"/>
              <a:t>set_table_annotates_spatialelement</a:t>
            </a:r>
            <a:r>
              <a:rPr lang="en-US" sz="1400" dirty="0"/>
              <a:t>("table", region="</a:t>
            </a:r>
            <a:r>
              <a:rPr lang="en-US" sz="1400" dirty="0" err="1"/>
              <a:t>labels_as_circles</a:t>
            </a:r>
            <a:r>
              <a:rPr lang="en-US" sz="1400" dirty="0"/>
              <a:t>")</a:t>
            </a:r>
          </a:p>
          <a:p>
            <a:r>
              <a:rPr lang="en-US" sz="1400" dirty="0"/>
              <a:t>&gt; </a:t>
            </a:r>
            <a:r>
              <a:rPr lang="en-US" sz="1400" dirty="0" err="1"/>
              <a:t>sdata.pl.render_shapes</a:t>
            </a:r>
            <a:r>
              <a:rPr lang="en-US" sz="1400" dirty="0"/>
              <a:t>("</a:t>
            </a:r>
            <a:r>
              <a:rPr lang="en-US" sz="1400" dirty="0" err="1"/>
              <a:t>labels_as_circles</a:t>
            </a:r>
            <a:r>
              <a:rPr lang="en-US" sz="1400" dirty="0"/>
              <a:t>", color="channel_0_sum").</a:t>
            </a:r>
            <a:r>
              <a:rPr lang="en-US" sz="1400" dirty="0" err="1"/>
              <a:t>pl.show</a:t>
            </a:r>
            <a:r>
              <a:rPr lang="en-US" sz="1400" dirty="0"/>
              <a:t>()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0A8DBF-E4DC-747E-E00A-4540F3BAEC96}"/>
              </a:ext>
            </a:extLst>
          </p:cNvPr>
          <p:cNvSpPr txBox="1"/>
          <p:nvPr/>
        </p:nvSpPr>
        <p:spPr>
          <a:xfrm>
            <a:off x="2810555" y="1579278"/>
            <a:ext cx="1166664" cy="12464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region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“</a:t>
            </a:r>
            <a:r>
              <a:rPr lang="en-US" sz="1000" dirty="0" err="1"/>
              <a:t>labels_as_blob</a:t>
            </a:r>
            <a:r>
              <a:rPr lang="en-US" sz="1000" dirty="0"/>
              <a:t>”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“</a:t>
            </a:r>
            <a:r>
              <a:rPr lang="en-US" sz="1000" dirty="0" err="1"/>
              <a:t>labels_as_blob</a:t>
            </a:r>
            <a:r>
              <a:rPr lang="en-US" sz="1000" dirty="0"/>
              <a:t>”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“</a:t>
            </a:r>
            <a:r>
              <a:rPr lang="en-US" sz="1000" dirty="0" err="1"/>
              <a:t>labels_as_blob</a:t>
            </a:r>
            <a:r>
              <a:rPr lang="en-US" sz="1000" dirty="0"/>
              <a:t>”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A79145-F763-E47D-7B49-794CB0D13DD9}"/>
              </a:ext>
            </a:extLst>
          </p:cNvPr>
          <p:cNvSpPr txBox="1"/>
          <p:nvPr/>
        </p:nvSpPr>
        <p:spPr>
          <a:xfrm>
            <a:off x="2049379" y="1154562"/>
            <a:ext cx="59676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region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F750D6-6018-6663-4F61-E1CDDBF52E31}"/>
              </a:ext>
            </a:extLst>
          </p:cNvPr>
          <p:cNvCxnSpPr/>
          <p:nvPr/>
        </p:nvCxnSpPr>
        <p:spPr>
          <a:xfrm>
            <a:off x="1414112" y="1277673"/>
            <a:ext cx="63526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7" name="Picture 3">
            <a:extLst>
              <a:ext uri="{FF2B5EF4-FFF2-40B4-BE49-F238E27FC236}">
                <a16:creationId xmlns:a16="http://schemas.microsoft.com/office/drawing/2014/main" id="{550E1D36-4410-42A3-C8C5-70B1F2306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201" y="881285"/>
            <a:ext cx="2614613" cy="233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21823548-9540-9E78-8467-B6FE93C0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201" y="4130260"/>
            <a:ext cx="2614613" cy="234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A800DB3-BAB8-8F6E-D60B-3B3B459BCCD2}"/>
              </a:ext>
            </a:extLst>
          </p:cNvPr>
          <p:cNvCxnSpPr>
            <a:cxnSpLocks/>
            <a:stCxn id="1027" idx="1"/>
            <a:endCxn id="1029" idx="1"/>
          </p:cNvCxnSpPr>
          <p:nvPr/>
        </p:nvCxnSpPr>
        <p:spPr>
          <a:xfrm rot="10800000" flipV="1">
            <a:off x="6694201" y="2050478"/>
            <a:ext cx="12700" cy="3251109"/>
          </a:xfrm>
          <a:prstGeom prst="curvedConnector3">
            <a:avLst>
              <a:gd name="adj1" fmla="val 12031583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CA5EA18-D481-CB6F-E5F2-337C91801554}"/>
              </a:ext>
            </a:extLst>
          </p:cNvPr>
          <p:cNvSpPr/>
          <p:nvPr/>
        </p:nvSpPr>
        <p:spPr>
          <a:xfrm>
            <a:off x="2049379" y="2431473"/>
            <a:ext cx="3274183" cy="36261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451B16-CBC5-6D44-861C-6D60EFD38170}"/>
              </a:ext>
            </a:extLst>
          </p:cNvPr>
          <p:cNvSpPr txBox="1"/>
          <p:nvPr/>
        </p:nvSpPr>
        <p:spPr>
          <a:xfrm>
            <a:off x="4929337" y="1579278"/>
            <a:ext cx="1166663" cy="91653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channel_0_sum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3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30</a:t>
            </a:r>
          </a:p>
          <a:p>
            <a:pPr>
              <a:lnSpc>
                <a:spcPct val="150000"/>
              </a:lnSpc>
            </a:pPr>
            <a:r>
              <a:rPr lang="en-US" sz="1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38516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A524A-8D5C-4CBB-5F5D-E52CB113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Managing disk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69B35-8624-7EAE-A84C-277B81B74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zarr</a:t>
            </a:r>
            <a:r>
              <a:rPr lang="en-US" dirty="0"/>
              <a:t> format is disk-backed and data is read into memory as needed</a:t>
            </a:r>
          </a:p>
          <a:p>
            <a:pPr lvl="1"/>
            <a:r>
              <a:rPr lang="en-US" dirty="0"/>
              <a:t>Flexibly handles very large datasets and you don’t have to save the entire object if you make changes.</a:t>
            </a:r>
          </a:p>
          <a:p>
            <a:r>
              <a:rPr lang="en-US" dirty="0"/>
              <a:t>If you add a new element to your object:</a:t>
            </a:r>
          </a:p>
          <a:p>
            <a:pPr lvl="1"/>
            <a:r>
              <a:rPr lang="en-US" dirty="0"/>
              <a:t>`</a:t>
            </a:r>
            <a:r>
              <a:rPr lang="en-US" dirty="0" err="1"/>
              <a:t>sdata.write_element</a:t>
            </a:r>
            <a:r>
              <a:rPr lang="en-US" dirty="0"/>
              <a:t>()`</a:t>
            </a:r>
          </a:p>
          <a:p>
            <a:r>
              <a:rPr lang="en-US" dirty="0"/>
              <a:t>If you modify or update an existing element:</a:t>
            </a:r>
          </a:p>
          <a:p>
            <a:pPr lvl="1"/>
            <a:r>
              <a:rPr lang="en-US" dirty="0"/>
              <a:t>`</a:t>
            </a:r>
            <a:r>
              <a:rPr lang="en-US" dirty="0" err="1"/>
              <a:t>sdata.delete_element_from_disk</a:t>
            </a:r>
            <a:r>
              <a:rPr lang="en-US" dirty="0"/>
              <a:t>()`</a:t>
            </a:r>
          </a:p>
          <a:p>
            <a:pPr lvl="1"/>
            <a:r>
              <a:rPr lang="en-US" dirty="0"/>
              <a:t>`</a:t>
            </a:r>
            <a:r>
              <a:rPr lang="en-US" dirty="0" err="1"/>
              <a:t>sdata.write_element</a:t>
            </a:r>
            <a:r>
              <a:rPr lang="en-US" dirty="0"/>
              <a:t>()`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7BBE0-DEC1-7843-BDB7-5B0D496A6391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/>
              <a:t>SpatialData</a:t>
            </a:r>
            <a:r>
              <a:rPr lang="en-US" dirty="0"/>
              <a:t>  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4219815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B1C64-075C-F9F5-F43C-ADD47048F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2720-0C31-5423-855E-271D04799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SpatialData</a:t>
            </a:r>
            <a:r>
              <a:rPr lang="en-US" dirty="0"/>
              <a:t> is transitioning to be the internal format for the </a:t>
            </a:r>
            <a:r>
              <a:rPr lang="en-US" dirty="0" err="1"/>
              <a:t>scverse</a:t>
            </a:r>
            <a:r>
              <a:rPr lang="en-US" dirty="0"/>
              <a:t> ecosystem</a:t>
            </a:r>
          </a:p>
          <a:p>
            <a:r>
              <a:rPr lang="en-US" dirty="0"/>
              <a:t>Napari</a:t>
            </a:r>
          </a:p>
          <a:p>
            <a:pPr lvl="1"/>
            <a:r>
              <a:rPr lang="en-US" dirty="0"/>
              <a:t>Interactive visualization</a:t>
            </a:r>
          </a:p>
          <a:p>
            <a:r>
              <a:rPr lang="en-US" dirty="0" err="1"/>
              <a:t>PyTorch</a:t>
            </a:r>
            <a:endParaRPr lang="en-US" dirty="0"/>
          </a:p>
          <a:p>
            <a:pPr lvl="1"/>
            <a:r>
              <a:rPr lang="en-US" dirty="0"/>
              <a:t>Deep learning</a:t>
            </a:r>
          </a:p>
          <a:p>
            <a:r>
              <a:rPr lang="en-US" dirty="0" err="1"/>
              <a:t>spatialdata</a:t>
            </a:r>
            <a:r>
              <a:rPr lang="en-US" dirty="0"/>
              <a:t>-io</a:t>
            </a:r>
          </a:p>
          <a:p>
            <a:pPr lvl="1"/>
            <a:r>
              <a:rPr lang="en-US" dirty="0"/>
              <a:t>Converters for common spatial omics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A1140-14A1-3624-B4A4-9AC2D3775438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/>
              <a:t>SpatialData</a:t>
            </a:r>
            <a:r>
              <a:rPr lang="en-US" dirty="0"/>
              <a:t>  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271888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FFAB9-1C52-AA91-D958-4FC49069F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065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Tips and Scripts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694A9-DE34-ABF1-D8F8-62C9870F70F0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>
                <a:solidFill>
                  <a:schemeClr val="bg1">
                    <a:lumMod val="76000"/>
                  </a:schemeClr>
                </a:solidFill>
              </a:rPr>
              <a:t>SpatialData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  </a:t>
            </a:r>
            <a:r>
              <a:rPr lang="en-US" dirty="0"/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820171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43D4-9A86-F632-31DE-11C43ECA2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from square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E9F69-15A7-5744-D44E-5CE3AB96F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Use </a:t>
            </a:r>
            <a:r>
              <a:rPr lang="en-US" dirty="0" err="1"/>
              <a:t>conda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  <a:hlinkClick r:id="rId2"/>
              </a:rPr>
              <a:t>https://www.anaconda.com/docs/getting-started/miniconda/main</a:t>
            </a:r>
            <a:endParaRPr lang="en-US" dirty="0"/>
          </a:p>
          <a:p>
            <a:pPr lvl="1"/>
            <a:r>
              <a:rPr lang="en-US" dirty="0"/>
              <a:t>Python dependencies are trickier than R. Create environments for specific packages or tasks</a:t>
            </a:r>
          </a:p>
          <a:p>
            <a:r>
              <a:rPr lang="en-US" dirty="0"/>
              <a:t>`</a:t>
            </a:r>
            <a:r>
              <a:rPr lang="en-US" dirty="0" err="1"/>
              <a:t>conda</a:t>
            </a:r>
            <a:r>
              <a:rPr lang="en-US" dirty="0"/>
              <a:t> create –n </a:t>
            </a:r>
            <a:r>
              <a:rPr lang="en-US" i="1" dirty="0" err="1"/>
              <a:t>your_env_name</a:t>
            </a:r>
            <a:r>
              <a:rPr lang="en-US" dirty="0"/>
              <a:t> </a:t>
            </a:r>
            <a:r>
              <a:rPr lang="en-US" b="1" dirty="0"/>
              <a:t>python=XX`</a:t>
            </a:r>
          </a:p>
          <a:p>
            <a:pPr lvl="1"/>
            <a:r>
              <a:rPr lang="en-US" dirty="0"/>
              <a:t>This gives you pip()</a:t>
            </a:r>
          </a:p>
          <a:p>
            <a:pPr lvl="1"/>
            <a:r>
              <a:rPr lang="en-US" dirty="0"/>
              <a:t>pip install vs </a:t>
            </a:r>
            <a:r>
              <a:rPr lang="en-US" dirty="0" err="1"/>
              <a:t>conda</a:t>
            </a:r>
            <a:r>
              <a:rPr lang="en-US" dirty="0"/>
              <a:t> install</a:t>
            </a:r>
          </a:p>
          <a:p>
            <a:pPr lvl="1"/>
            <a:r>
              <a:rPr lang="en-US" dirty="0">
                <a:ea typeface="+mn-lt"/>
                <a:cs typeface="+mn-lt"/>
                <a:hlinkClick r:id="rId3"/>
              </a:rPr>
              <a:t>https://spatialdata.scverse.org/en/stable/installation.html</a:t>
            </a:r>
            <a:endParaRPr lang="en-US" dirty="0"/>
          </a:p>
          <a:p>
            <a:r>
              <a:rPr lang="en-US" dirty="0" err="1"/>
              <a:t>Respublica</a:t>
            </a:r>
            <a:r>
              <a:rPr lang="en-US" dirty="0"/>
              <a:t>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lvl="1"/>
            <a:r>
              <a:rPr lang="en-US" dirty="0">
                <a:ea typeface="+mn-lt"/>
                <a:cs typeface="+mn-lt"/>
                <a:hlinkClick r:id="rId4"/>
              </a:rPr>
              <a:t>https://wiki.chop.edu/spaces/RISUD/pages/261754453/Web+Interface+With+interactive+HPC+components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4219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0A258-632B-A4AA-B6E0-9E82ECB7C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Seurat to .h5ad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F499C-5F54-663A-8DB2-AA48BA3C2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819" y="1397536"/>
            <a:ext cx="11911172" cy="486504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trike="sngStrike" dirty="0" err="1"/>
              <a:t>Zellconverter</a:t>
            </a:r>
            <a:endParaRPr lang="en-US" strike="sngStrike" dirty="0"/>
          </a:p>
          <a:p>
            <a:r>
              <a:rPr lang="en-US" dirty="0" err="1"/>
              <a:t>SeuratDisk</a:t>
            </a:r>
            <a:endParaRPr lang="en-US" dirty="0"/>
          </a:p>
          <a:p>
            <a:pPr lvl="1"/>
            <a:r>
              <a:rPr lang="en-US" dirty="0"/>
              <a:t>Make sure assay is Seurat v3 (not Assay5)</a:t>
            </a:r>
          </a:p>
          <a:p>
            <a:r>
              <a:rPr lang="en-US" dirty="0"/>
              <a:t>Manually</a:t>
            </a:r>
          </a:p>
          <a:p>
            <a:pPr lvl="1"/>
            <a:r>
              <a:rPr lang="en-US" dirty="0"/>
              <a:t>Assays -&gt; .HDF5</a:t>
            </a:r>
          </a:p>
          <a:p>
            <a:pPr lvl="2"/>
            <a:r>
              <a:rPr lang="en-US" dirty="0"/>
              <a:t>This allows you to export each individual assay/layer. I </a:t>
            </a:r>
            <a:r>
              <a:rPr lang="en-US" dirty="0" err="1"/>
              <a:t>think`SeuratDisk`only</a:t>
            </a:r>
            <a:r>
              <a:rPr lang="en-US" dirty="0"/>
              <a:t> writes </a:t>
            </a:r>
            <a:r>
              <a:rPr lang="en-US" dirty="0" err="1"/>
              <a:t>DefaultAssay</a:t>
            </a:r>
            <a:r>
              <a:rPr lang="en-US" dirty="0"/>
              <a:t>()…</a:t>
            </a:r>
          </a:p>
          <a:p>
            <a:pPr lvl="1"/>
            <a:r>
              <a:rPr lang="en-US" dirty="0"/>
              <a:t>Metadata, dim </a:t>
            </a:r>
            <a:r>
              <a:rPr lang="en-US" dirty="0" err="1"/>
              <a:t>reducs</a:t>
            </a:r>
            <a:r>
              <a:rPr lang="en-US" dirty="0"/>
              <a:t> -&gt; .csv</a:t>
            </a:r>
          </a:p>
          <a:p>
            <a:pPr lvl="2"/>
            <a:r>
              <a:rPr lang="en-US" dirty="0"/>
              <a:t>Convert factors to string</a:t>
            </a:r>
          </a:p>
          <a:p>
            <a:pPr lvl="1"/>
            <a:r>
              <a:rPr lang="en-US" dirty="0"/>
              <a:t>`</a:t>
            </a:r>
            <a:r>
              <a:rPr lang="en-US" dirty="0" err="1"/>
              <a:t>AnnData</a:t>
            </a:r>
            <a:r>
              <a:rPr lang="en-US" dirty="0"/>
              <a:t>`/`</a:t>
            </a:r>
            <a:r>
              <a:rPr lang="en-US" dirty="0" err="1"/>
              <a:t>Scanpy</a:t>
            </a:r>
            <a:r>
              <a:rPr lang="en-US" dirty="0"/>
              <a:t>`</a:t>
            </a:r>
          </a:p>
          <a:p>
            <a:pPr lvl="1"/>
            <a:r>
              <a:rPr lang="en-US" dirty="0"/>
              <a:t>N.B. Seurat stores assays as (features x cells), </a:t>
            </a:r>
            <a:r>
              <a:rPr lang="en-US" dirty="0" err="1"/>
              <a:t>scverse</a:t>
            </a:r>
            <a:r>
              <a:rPr lang="en-US" dirty="0"/>
              <a:t> expects assays to be (cells x features)</a:t>
            </a:r>
          </a:p>
          <a:p>
            <a:pPr indent="-457200"/>
            <a:r>
              <a:rPr lang="en-US" dirty="0"/>
              <a:t>GH:"seminar_2_SpatialAnalysis1/</a:t>
            </a:r>
            <a:r>
              <a:rPr lang="en-US" dirty="0">
                <a:ea typeface="+mn-lt"/>
                <a:cs typeface="+mn-lt"/>
              </a:rPr>
              <a:t>external_h5_example.ipynb</a:t>
            </a:r>
            <a:r>
              <a:rPr lang="en-US" dirty="0"/>
              <a:t>"</a:t>
            </a:r>
          </a:p>
          <a:p>
            <a:pPr lvl="1"/>
            <a:r>
              <a:rPr lang="en-US" dirty="0"/>
              <a:t>Lots going on here...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7DCE87-C775-CA1B-EE91-28634153DB1B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>
                <a:solidFill>
                  <a:schemeClr val="bg1">
                    <a:lumMod val="76000"/>
                  </a:schemeClr>
                </a:solidFill>
              </a:rPr>
              <a:t>SpatialData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  </a:t>
            </a:r>
            <a:r>
              <a:rPr lang="en-US" dirty="0"/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1304381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E4D7-0F4C-AFBF-0526-EA59CF51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Seurat to </a:t>
            </a:r>
            <a:r>
              <a:rPr lang="en-US" dirty="0" err="1"/>
              <a:t>cloupe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49784-FFB7-CD61-EC47-B45BA1EAA7E9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>
                <a:solidFill>
                  <a:schemeClr val="bg1">
                    <a:lumMod val="76000"/>
                  </a:schemeClr>
                </a:solidFill>
              </a:rPr>
              <a:t>SpatialData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  </a:t>
            </a:r>
            <a:r>
              <a:rPr lang="en-US" dirty="0"/>
              <a:t>Tips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0A80F60-E9B7-2E84-D0C6-69A9B4FA3990}"/>
              </a:ext>
            </a:extLst>
          </p:cNvPr>
          <p:cNvSpPr>
            <a:spLocks noGrp="1"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`</a:t>
            </a:r>
            <a:r>
              <a:rPr lang="en-US" dirty="0" err="1"/>
              <a:t>LoupeR</a:t>
            </a:r>
            <a:r>
              <a:rPr lang="en-US" dirty="0"/>
              <a:t>`</a:t>
            </a:r>
          </a:p>
          <a:p>
            <a:r>
              <a:rPr lang="en-US" dirty="0"/>
              <a:t>Only compatible with v3 assays</a:t>
            </a:r>
          </a:p>
          <a:p>
            <a:r>
              <a:rPr lang="en-US" dirty="0"/>
              <a:t>Convert factors to string</a:t>
            </a:r>
          </a:p>
          <a:p>
            <a:r>
              <a:rPr lang="en-US" dirty="0"/>
              <a:t>Spatial experiments often have distinct barcode structures. 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create_loupe_from_seurat() requires {16bp BC}-NN.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Spatial locations need to be converted to a dim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reduc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 format.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GH:"seminar_2_SpatialAnalysis1/seu_to_h5ad_and_loupe.R"</a:t>
            </a:r>
          </a:p>
        </p:txBody>
      </p:sp>
    </p:spTree>
    <p:extLst>
      <p:ext uri="{BB962C8B-B14F-4D97-AF65-F5344CB8AC3E}">
        <p14:creationId xmlns:p14="http://schemas.microsoft.com/office/powerpoint/2010/main" val="327006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D8ADC-A12C-0469-9EE9-B5DB6542B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CellxGene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AF96A-3B1B-5162-481C-2F866A7AB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Open source</a:t>
            </a:r>
          </a:p>
          <a:p>
            <a:r>
              <a:rPr lang="en-US"/>
              <a:t>Natively reads h5ad</a:t>
            </a:r>
          </a:p>
          <a:p>
            <a:r>
              <a:rPr lang="en-US" dirty="0"/>
              <a:t>Not as many tools as Loupe. Can do basic differential expression, </a:t>
            </a:r>
            <a:r>
              <a:rPr lang="en-US" dirty="0" err="1"/>
              <a:t>subsetting</a:t>
            </a:r>
            <a:r>
              <a:rPr lang="en-US" dirty="0"/>
              <a:t>, feature plotting</a:t>
            </a:r>
          </a:p>
          <a:p>
            <a:r>
              <a:rPr lang="en-US"/>
              <a:t>Can visualize continuous variables—Loupe</a:t>
            </a:r>
            <a:r>
              <a:rPr lang="en-US" dirty="0"/>
              <a:t> can not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33922E-C4C8-3832-82AB-F981E097DD2C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>
                <a:solidFill>
                  <a:schemeClr val="bg1">
                    <a:lumMod val="76000"/>
                  </a:schemeClr>
                </a:solidFill>
              </a:rPr>
              <a:t>SpatialData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  </a:t>
            </a:r>
            <a:r>
              <a:rPr lang="en-US" dirty="0"/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2360302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AB96-6701-A836-1685-9AEF3EE6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SpatialData</a:t>
            </a:r>
            <a:r>
              <a:rPr lang="en-US" dirty="0"/>
              <a:t> in Napari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74717-F275-BB7A-AE3B-EA3C605DB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/>
              <a:t>Open source, designed for image/spatial data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Can't do analysis (e.g. differential expression)</a:t>
            </a:r>
          </a:p>
          <a:p>
            <a:r>
              <a:rPr lang="en-US" dirty="0"/>
              <a:t>With Napari extension, easy, interactive visualization of </a:t>
            </a:r>
            <a:r>
              <a:rPr lang="en-US" dirty="0" err="1"/>
              <a:t>SpatialData</a:t>
            </a:r>
            <a:r>
              <a:rPr lang="en-US" dirty="0"/>
              <a:t> objects.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  <a:hlinkClick r:id="rId2"/>
              </a:rPr>
              <a:t>https://spatialdata.scverse.org/projects/napari/en/latest/notebooks/spatialdata.html</a:t>
            </a:r>
            <a:endParaRPr lang="en-US" dirty="0"/>
          </a:p>
          <a:p>
            <a:r>
              <a:rPr lang="en-US" dirty="0"/>
              <a:t>Some speci</a:t>
            </a:r>
            <a:r>
              <a:rPr lang="en-US"/>
              <a:t>al plugins for annotation and plotting</a:t>
            </a:r>
          </a:p>
          <a:p>
            <a:r>
              <a:rPr lang="en-US" dirty="0"/>
              <a:t>Be mindful of how your table element </a:t>
            </a:r>
            <a:r>
              <a:rPr lang="en-US"/>
              <a:t>annotates the spatial element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Label/legend interface kind of stinks</a:t>
            </a:r>
            <a:endParaRPr lang="en-US" dirty="0"/>
          </a:p>
          <a:p>
            <a:r>
              <a:rPr lang="en-US"/>
              <a:t>Be mindful of image sizes. Create new coordinate spaces if needed.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CB07C4-4AA5-895D-F9F0-DC677B978197}"/>
              </a:ext>
            </a:extLst>
          </p:cNvPr>
          <p:cNvSpPr txBox="1"/>
          <p:nvPr/>
        </p:nvSpPr>
        <p:spPr>
          <a:xfrm>
            <a:off x="145142" y="6270171"/>
            <a:ext cx="8708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Importance  </a:t>
            </a:r>
            <a:r>
              <a:rPr lang="en-US" dirty="0" err="1">
                <a:solidFill>
                  <a:schemeClr val="bg1">
                    <a:lumMod val="76000"/>
                  </a:schemeClr>
                </a:solidFill>
              </a:rPr>
              <a:t>SpatialData</a:t>
            </a:r>
            <a:r>
              <a:rPr lang="en-US" dirty="0">
                <a:solidFill>
                  <a:schemeClr val="bg1">
                    <a:lumMod val="76000"/>
                  </a:schemeClr>
                </a:solidFill>
              </a:rPr>
              <a:t>  </a:t>
            </a:r>
            <a:r>
              <a:rPr lang="en-US" dirty="0"/>
              <a:t>Tips</a:t>
            </a:r>
          </a:p>
        </p:txBody>
      </p:sp>
    </p:spTree>
    <p:extLst>
      <p:ext uri="{BB962C8B-B14F-4D97-AF65-F5344CB8AC3E}">
        <p14:creationId xmlns:p14="http://schemas.microsoft.com/office/powerpoint/2010/main" val="1982117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6D20-2DA3-C424-E182-E07FF7011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SpatialData</a:t>
            </a:r>
            <a:r>
              <a:rPr lang="en-US" dirty="0"/>
              <a:t> from scratch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D2ADA-28F0-35A9-BB9E-8D9EE1351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9873"/>
            <a:ext cx="10515600" cy="35465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/>
              <a:t>GH:"</a:t>
            </a:r>
            <a:r>
              <a:rPr lang="en-US" dirty="0">
                <a:ea typeface="+mn-lt"/>
                <a:cs typeface="+mn-lt"/>
              </a:rPr>
              <a:t>seminar_2_SpatialAnalysis1</a:t>
            </a:r>
            <a:r>
              <a:rPr lang="en-US" dirty="0"/>
              <a:t>/</a:t>
            </a:r>
            <a:r>
              <a:rPr lang="en-US" dirty="0" err="1">
                <a:ea typeface="+mn-lt"/>
                <a:cs typeface="+mn-lt"/>
              </a:rPr>
              <a:t>binned_spatialdata.ipynb</a:t>
            </a:r>
            <a:r>
              <a:rPr lang="en-US" dirty="0"/>
              <a:t>"</a:t>
            </a:r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/>
              <a:t>Example of constructing</a:t>
            </a:r>
            <a:r>
              <a:rPr lang="en-US" dirty="0"/>
              <a:t> and parsing Points, Shapes, Image, Expression, and Table elements</a:t>
            </a:r>
          </a:p>
          <a:p>
            <a:pPr marL="457200" indent="-457200"/>
            <a:r>
              <a:rPr lang="en-US"/>
              <a:t>GH:"</a:t>
            </a:r>
            <a:r>
              <a:rPr lang="en-US">
                <a:ea typeface="+mn-lt"/>
                <a:cs typeface="+mn-lt"/>
              </a:rPr>
              <a:t>seminar_2_SpatialAnalysis1/bin2cell_spatialdata.ipynb</a:t>
            </a:r>
            <a:r>
              <a:rPr lang="en-US"/>
              <a:t>"</a:t>
            </a:r>
            <a:endParaRPr lang="en-US" dirty="0"/>
          </a:p>
          <a:p>
            <a:pPr marL="914400" lvl="1">
              <a:buFont typeface="Courier New" panose="020B0604020202020204" pitchFamily="34" charset="0"/>
              <a:buChar char="o"/>
            </a:pPr>
            <a:r>
              <a:rPr lang="en-US" dirty="0"/>
              <a:t>Build </a:t>
            </a:r>
            <a:r>
              <a:rPr lang="en-US" dirty="0" err="1"/>
              <a:t>SpatialData</a:t>
            </a:r>
            <a:r>
              <a:rPr lang="en-US" dirty="0"/>
              <a:t> from scratch using H&amp;E guided segmentation of </a:t>
            </a:r>
            <a:r>
              <a:rPr lang="en-US" dirty="0" err="1"/>
              <a:t>Visium</a:t>
            </a:r>
            <a:r>
              <a:rPr lang="en-US" dirty="0"/>
              <a:t> HD</a:t>
            </a:r>
          </a:p>
        </p:txBody>
      </p:sp>
    </p:spTree>
    <p:extLst>
      <p:ext uri="{BB962C8B-B14F-4D97-AF65-F5344CB8AC3E}">
        <p14:creationId xmlns:p14="http://schemas.microsoft.com/office/powerpoint/2010/main" val="254385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80C5D-8527-D514-D26A-CDF6504A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0654"/>
            <a:ext cx="10515600" cy="1325563"/>
          </a:xfrm>
        </p:spPr>
        <p:txBody>
          <a:bodyPr/>
          <a:lstStyle/>
          <a:p>
            <a:pPr algn="ctr"/>
            <a:r>
              <a:rPr lang="en-US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22195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1013</Words>
  <Application>Microsoft Office PowerPoint</Application>
  <PresentationFormat>Widescreen</PresentationFormat>
  <Paragraphs>141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Spatial Analysis 1</vt:lpstr>
      <vt:lpstr>Overview</vt:lpstr>
      <vt:lpstr>R is insufficient</vt:lpstr>
      <vt:lpstr>Propriety softwares</vt:lpstr>
      <vt:lpstr>Flexible format for a growing field</vt:lpstr>
      <vt:lpstr>Flexible format for a growing field</vt:lpstr>
      <vt:lpstr>Intro to SpatialData</vt:lpstr>
      <vt:lpstr>First, the AnnData (`table`) object</vt:lpstr>
      <vt:lpstr>SpatialData Object</vt:lpstr>
      <vt:lpstr>SpatialData Object</vt:lpstr>
      <vt:lpstr>How they're coordinated</vt:lpstr>
      <vt:lpstr>Coordination space</vt:lpstr>
      <vt:lpstr>Assigning annotation space</vt:lpstr>
      <vt:lpstr>Managing disk storage</vt:lpstr>
      <vt:lpstr>Extensions</vt:lpstr>
      <vt:lpstr>Tips and Scripts</vt:lpstr>
      <vt:lpstr>Starting from square 1</vt:lpstr>
      <vt:lpstr>Seurat to .h5ad</vt:lpstr>
      <vt:lpstr>Seurat to cloupe</vt:lpstr>
      <vt:lpstr>CellxGene</vt:lpstr>
      <vt:lpstr>SpatialData in Napari</vt:lpstr>
      <vt:lpstr>SpatialData from scratch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Smith, David</dc:creator>
  <cp:lastModifiedBy>Smith, David</cp:lastModifiedBy>
  <cp:revision>418</cp:revision>
  <dcterms:created xsi:type="dcterms:W3CDTF">2026-04-22T20:07:08Z</dcterms:created>
  <dcterms:modified xsi:type="dcterms:W3CDTF">2026-04-27T14:23:17Z</dcterms:modified>
</cp:coreProperties>
</file>