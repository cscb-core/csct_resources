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59" r:id="rId7"/>
    <p:sldId id="261" r:id="rId8"/>
    <p:sldId id="270" r:id="rId9"/>
    <p:sldId id="272" r:id="rId10"/>
    <p:sldId id="273" r:id="rId11"/>
    <p:sldId id="283" r:id="rId12"/>
    <p:sldId id="262" r:id="rId13"/>
    <p:sldId id="263" r:id="rId14"/>
    <p:sldId id="264" r:id="rId15"/>
    <p:sldId id="266" r:id="rId16"/>
    <p:sldId id="274" r:id="rId17"/>
    <p:sldId id="275" r:id="rId18"/>
    <p:sldId id="265" r:id="rId19"/>
    <p:sldId id="268" r:id="rId20"/>
    <p:sldId id="269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006825-DF41-4C8C-B55B-AF00D4D5B1B3}" v="53" dt="2026-09-15T17:32:49.167"/>
    <p1510:client id="{F3610631-A377-4A47-907C-73C14A24D96F}" v="37" dt="2026-09-14T22:22:30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60"/>
  </p:normalViewPr>
  <p:slideViewPr>
    <p:cSldViewPr snapToGrid="0">
      <p:cViewPr varScale="1">
        <p:scale>
          <a:sx n="98" d="100"/>
          <a:sy n="98" d="100"/>
        </p:scale>
        <p:origin x="1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David" userId="846a1c0a-3ddd-4f2e-a4ac-5d295891fe61" providerId="ADAL" clId="{DCEB6AFB-84CF-4592-8FAB-79E8761D8FE5}"/>
    <pc:docChg chg="undo custSel addSld modSld">
      <pc:chgData name="Smith, David" userId="846a1c0a-3ddd-4f2e-a4ac-5d295891fe61" providerId="ADAL" clId="{DCEB6AFB-84CF-4592-8FAB-79E8761D8FE5}" dt="2026-09-15T17:33:00.782" v="1185" actId="1076"/>
      <pc:docMkLst>
        <pc:docMk/>
      </pc:docMkLst>
      <pc:sldChg chg="modSp mod">
        <pc:chgData name="Smith, David" userId="846a1c0a-3ddd-4f2e-a4ac-5d295891fe61" providerId="ADAL" clId="{DCEB6AFB-84CF-4592-8FAB-79E8761D8FE5}" dt="2026-09-15T14:52:43.754" v="838" actId="20577"/>
        <pc:sldMkLst>
          <pc:docMk/>
          <pc:sldMk cId="876157333" sldId="257"/>
        </pc:sldMkLst>
        <pc:spChg chg="mod">
          <ac:chgData name="Smith, David" userId="846a1c0a-3ddd-4f2e-a4ac-5d295891fe61" providerId="ADAL" clId="{DCEB6AFB-84CF-4592-8FAB-79E8761D8FE5}" dt="2026-09-15T14:52:43.754" v="838" actId="20577"/>
          <ac:spMkLst>
            <pc:docMk/>
            <pc:sldMk cId="876157333" sldId="257"/>
            <ac:spMk id="3" creationId="{14E31435-27FB-CD55-25F8-9054F1C61752}"/>
          </ac:spMkLst>
        </pc:spChg>
      </pc:sldChg>
      <pc:sldChg chg="addSp modSp mod">
        <pc:chgData name="Smith, David" userId="846a1c0a-3ddd-4f2e-a4ac-5d295891fe61" providerId="ADAL" clId="{DCEB6AFB-84CF-4592-8FAB-79E8761D8FE5}" dt="2026-09-15T14:49:25.494" v="759" actId="207"/>
        <pc:sldMkLst>
          <pc:docMk/>
          <pc:sldMk cId="2763501002" sldId="258"/>
        </pc:sldMkLst>
        <pc:spChg chg="add mod">
          <ac:chgData name="Smith, David" userId="846a1c0a-3ddd-4f2e-a4ac-5d295891fe61" providerId="ADAL" clId="{DCEB6AFB-84CF-4592-8FAB-79E8761D8FE5}" dt="2026-09-15T14:49:25.494" v="759" actId="207"/>
          <ac:spMkLst>
            <pc:docMk/>
            <pc:sldMk cId="2763501002" sldId="258"/>
            <ac:spMk id="3" creationId="{FCB6A1B7-AF40-D96D-09DA-5040371731E8}"/>
          </ac:spMkLst>
        </pc:spChg>
        <pc:picChg chg="mod">
          <ac:chgData name="Smith, David" userId="846a1c0a-3ddd-4f2e-a4ac-5d295891fe61" providerId="ADAL" clId="{DCEB6AFB-84CF-4592-8FAB-79E8761D8FE5}" dt="2026-09-15T14:48:52.893" v="750" actId="1076"/>
          <ac:picMkLst>
            <pc:docMk/>
            <pc:sldMk cId="2763501002" sldId="258"/>
            <ac:picMk id="5" creationId="{C409FD01-A821-3ABF-1E94-EDE50F8A0AEC}"/>
          </ac:picMkLst>
        </pc:picChg>
      </pc:sldChg>
      <pc:sldChg chg="addSp modSp mod">
        <pc:chgData name="Smith, David" userId="846a1c0a-3ddd-4f2e-a4ac-5d295891fe61" providerId="ADAL" clId="{DCEB6AFB-84CF-4592-8FAB-79E8761D8FE5}" dt="2026-09-15T15:03:52.825" v="1031" actId="20577"/>
        <pc:sldMkLst>
          <pc:docMk/>
          <pc:sldMk cId="2902431126" sldId="259"/>
        </pc:sldMkLst>
        <pc:spChg chg="add mod">
          <ac:chgData name="Smith, David" userId="846a1c0a-3ddd-4f2e-a4ac-5d295891fe61" providerId="ADAL" clId="{DCEB6AFB-84CF-4592-8FAB-79E8761D8FE5}" dt="2026-09-15T14:49:52.728" v="766"/>
          <ac:spMkLst>
            <pc:docMk/>
            <pc:sldMk cId="2902431126" sldId="259"/>
            <ac:spMk id="3" creationId="{C619E88B-295B-E745-8DD9-6438C0BD2AE2}"/>
          </ac:spMkLst>
        </pc:spChg>
        <pc:spChg chg="mod">
          <ac:chgData name="Smith, David" userId="846a1c0a-3ddd-4f2e-a4ac-5d295891fe61" providerId="ADAL" clId="{DCEB6AFB-84CF-4592-8FAB-79E8761D8FE5}" dt="2026-09-15T15:03:52.825" v="1031" actId="20577"/>
          <ac:spMkLst>
            <pc:docMk/>
            <pc:sldMk cId="2902431126" sldId="259"/>
            <ac:spMk id="5" creationId="{0FEEAD99-59D0-0CB7-91FF-8C6B7884E383}"/>
          </ac:spMkLst>
        </pc:spChg>
      </pc:sldChg>
      <pc:sldChg chg="addSp modSp mod">
        <pc:chgData name="Smith, David" userId="846a1c0a-3ddd-4f2e-a4ac-5d295891fe61" providerId="ADAL" clId="{DCEB6AFB-84CF-4592-8FAB-79E8761D8FE5}" dt="2026-09-15T16:02:53.700" v="1175" actId="1076"/>
        <pc:sldMkLst>
          <pc:docMk/>
          <pc:sldMk cId="352248499" sldId="260"/>
        </pc:sldMkLst>
        <pc:spChg chg="add mod">
          <ac:chgData name="Smith, David" userId="846a1c0a-3ddd-4f2e-a4ac-5d295891fe61" providerId="ADAL" clId="{DCEB6AFB-84CF-4592-8FAB-79E8761D8FE5}" dt="2026-09-15T14:49:31.824" v="760"/>
          <ac:spMkLst>
            <pc:docMk/>
            <pc:sldMk cId="352248499" sldId="260"/>
            <ac:spMk id="3" creationId="{31CDADA0-C42C-ACDF-EEF2-59A164B7770F}"/>
          </ac:spMkLst>
        </pc:spChg>
        <pc:spChg chg="mod">
          <ac:chgData name="Smith, David" userId="846a1c0a-3ddd-4f2e-a4ac-5d295891fe61" providerId="ADAL" clId="{DCEB6AFB-84CF-4592-8FAB-79E8761D8FE5}" dt="2026-09-15T14:49:44.044" v="764" actId="1076"/>
          <ac:spMkLst>
            <pc:docMk/>
            <pc:sldMk cId="352248499" sldId="260"/>
            <ac:spMk id="6" creationId="{70C1F7F5-9DC3-7927-3A02-AC494954013A}"/>
          </ac:spMkLst>
        </pc:spChg>
        <pc:picChg chg="mod">
          <ac:chgData name="Smith, David" userId="846a1c0a-3ddd-4f2e-a4ac-5d295891fe61" providerId="ADAL" clId="{DCEB6AFB-84CF-4592-8FAB-79E8761D8FE5}" dt="2026-09-15T16:02:20.581" v="1164" actId="1076"/>
          <ac:picMkLst>
            <pc:docMk/>
            <pc:sldMk cId="352248499" sldId="260"/>
            <ac:picMk id="4" creationId="{A1A00EA9-DBCF-406A-C0A5-2AF08F35717C}"/>
          </ac:picMkLst>
        </pc:picChg>
        <pc:picChg chg="mod">
          <ac:chgData name="Smith, David" userId="846a1c0a-3ddd-4f2e-a4ac-5d295891fe61" providerId="ADAL" clId="{DCEB6AFB-84CF-4592-8FAB-79E8761D8FE5}" dt="2026-09-15T16:02:19.606" v="1163" actId="1076"/>
          <ac:picMkLst>
            <pc:docMk/>
            <pc:sldMk cId="352248499" sldId="260"/>
            <ac:picMk id="5" creationId="{3EDFE2EA-A7A0-DAEC-B0D8-F9684072E8C8}"/>
          </ac:picMkLst>
        </pc:picChg>
        <pc:picChg chg="add mod modCrop">
          <ac:chgData name="Smith, David" userId="846a1c0a-3ddd-4f2e-a4ac-5d295891fe61" providerId="ADAL" clId="{DCEB6AFB-84CF-4592-8FAB-79E8761D8FE5}" dt="2026-09-15T16:02:53.700" v="1175" actId="1076"/>
          <ac:picMkLst>
            <pc:docMk/>
            <pc:sldMk cId="352248499" sldId="260"/>
            <ac:picMk id="8" creationId="{F5BAD05B-785C-BF84-2A72-43D11942BCA2}"/>
          </ac:picMkLst>
        </pc:picChg>
      </pc:sldChg>
      <pc:sldChg chg="addSp modSp">
        <pc:chgData name="Smith, David" userId="846a1c0a-3ddd-4f2e-a4ac-5d295891fe61" providerId="ADAL" clId="{DCEB6AFB-84CF-4592-8FAB-79E8761D8FE5}" dt="2026-09-15T14:49:54.110" v="767"/>
        <pc:sldMkLst>
          <pc:docMk/>
          <pc:sldMk cId="2220843677" sldId="261"/>
        </pc:sldMkLst>
        <pc:spChg chg="add mod">
          <ac:chgData name="Smith, David" userId="846a1c0a-3ddd-4f2e-a4ac-5d295891fe61" providerId="ADAL" clId="{DCEB6AFB-84CF-4592-8FAB-79E8761D8FE5}" dt="2026-09-15T14:49:54.110" v="767"/>
          <ac:spMkLst>
            <pc:docMk/>
            <pc:sldMk cId="2220843677" sldId="261"/>
            <ac:spMk id="3" creationId="{3F7629DB-693A-D5BF-5C09-034ACA6A83F8}"/>
          </ac:spMkLst>
        </pc:spChg>
      </pc:sldChg>
      <pc:sldChg chg="addSp modSp">
        <pc:chgData name="Smith, David" userId="846a1c0a-3ddd-4f2e-a4ac-5d295891fe61" providerId="ADAL" clId="{DCEB6AFB-84CF-4592-8FAB-79E8761D8FE5}" dt="2026-09-15T14:50:34.330" v="773"/>
        <pc:sldMkLst>
          <pc:docMk/>
          <pc:sldMk cId="3649620514" sldId="262"/>
        </pc:sldMkLst>
        <pc:spChg chg="add mod">
          <ac:chgData name="Smith, David" userId="846a1c0a-3ddd-4f2e-a4ac-5d295891fe61" providerId="ADAL" clId="{DCEB6AFB-84CF-4592-8FAB-79E8761D8FE5}" dt="2026-09-15T14:50:34.330" v="773"/>
          <ac:spMkLst>
            <pc:docMk/>
            <pc:sldMk cId="3649620514" sldId="262"/>
            <ac:spMk id="3" creationId="{DBE1AA5B-855B-1CEB-D49E-FECC24613233}"/>
          </ac:spMkLst>
        </pc:spChg>
      </pc:sldChg>
      <pc:sldChg chg="addSp modSp">
        <pc:chgData name="Smith, David" userId="846a1c0a-3ddd-4f2e-a4ac-5d295891fe61" providerId="ADAL" clId="{DCEB6AFB-84CF-4592-8FAB-79E8761D8FE5}" dt="2026-09-15T14:50:37.361" v="774"/>
        <pc:sldMkLst>
          <pc:docMk/>
          <pc:sldMk cId="4004094872" sldId="263"/>
        </pc:sldMkLst>
        <pc:spChg chg="add mod">
          <ac:chgData name="Smith, David" userId="846a1c0a-3ddd-4f2e-a4ac-5d295891fe61" providerId="ADAL" clId="{DCEB6AFB-84CF-4592-8FAB-79E8761D8FE5}" dt="2026-09-15T14:50:37.361" v="774"/>
          <ac:spMkLst>
            <pc:docMk/>
            <pc:sldMk cId="4004094872" sldId="263"/>
            <ac:spMk id="2" creationId="{A3A7BDEA-17BE-270E-89EC-68DE365AFF70}"/>
          </ac:spMkLst>
        </pc:spChg>
      </pc:sldChg>
      <pc:sldChg chg="addSp modSp">
        <pc:chgData name="Smith, David" userId="846a1c0a-3ddd-4f2e-a4ac-5d295891fe61" providerId="ADAL" clId="{DCEB6AFB-84CF-4592-8FAB-79E8761D8FE5}" dt="2026-09-15T14:50:39.713" v="775"/>
        <pc:sldMkLst>
          <pc:docMk/>
          <pc:sldMk cId="2848777906" sldId="264"/>
        </pc:sldMkLst>
        <pc:spChg chg="add mod">
          <ac:chgData name="Smith, David" userId="846a1c0a-3ddd-4f2e-a4ac-5d295891fe61" providerId="ADAL" clId="{DCEB6AFB-84CF-4592-8FAB-79E8761D8FE5}" dt="2026-09-15T14:50:39.713" v="775"/>
          <ac:spMkLst>
            <pc:docMk/>
            <pc:sldMk cId="2848777906" sldId="264"/>
            <ac:spMk id="2" creationId="{71220090-7F7A-31C7-7C1F-6D979C55B2B8}"/>
          </ac:spMkLst>
        </pc:spChg>
      </pc:sldChg>
      <pc:sldChg chg="addSp modSp mod">
        <pc:chgData name="Smith, David" userId="846a1c0a-3ddd-4f2e-a4ac-5d295891fe61" providerId="ADAL" clId="{DCEB6AFB-84CF-4592-8FAB-79E8761D8FE5}" dt="2026-09-15T15:11:55.006" v="1157" actId="20577"/>
        <pc:sldMkLst>
          <pc:docMk/>
          <pc:sldMk cId="1287433705" sldId="265"/>
        </pc:sldMkLst>
        <pc:spChg chg="mod">
          <ac:chgData name="Smith, David" userId="846a1c0a-3ddd-4f2e-a4ac-5d295891fe61" providerId="ADAL" clId="{DCEB6AFB-84CF-4592-8FAB-79E8761D8FE5}" dt="2026-09-15T15:11:55.006" v="1157" actId="20577"/>
          <ac:spMkLst>
            <pc:docMk/>
            <pc:sldMk cId="1287433705" sldId="265"/>
            <ac:spMk id="3" creationId="{1B44463D-AA6D-0745-E21F-065A1D78F135}"/>
          </ac:spMkLst>
        </pc:spChg>
        <pc:spChg chg="add mod">
          <ac:chgData name="Smith, David" userId="846a1c0a-3ddd-4f2e-a4ac-5d295891fe61" providerId="ADAL" clId="{DCEB6AFB-84CF-4592-8FAB-79E8761D8FE5}" dt="2026-09-15T14:51:03.376" v="781"/>
          <ac:spMkLst>
            <pc:docMk/>
            <pc:sldMk cId="1287433705" sldId="265"/>
            <ac:spMk id="4" creationId="{982DBF0C-F733-7C0B-3771-A496D5E67433}"/>
          </ac:spMkLst>
        </pc:spChg>
      </pc:sldChg>
      <pc:sldChg chg="addSp modSp mod">
        <pc:chgData name="Smith, David" userId="846a1c0a-3ddd-4f2e-a4ac-5d295891fe61" providerId="ADAL" clId="{DCEB6AFB-84CF-4592-8FAB-79E8761D8FE5}" dt="2026-09-15T14:50:53.164" v="778" actId="207"/>
        <pc:sldMkLst>
          <pc:docMk/>
          <pc:sldMk cId="1671572791" sldId="266"/>
        </pc:sldMkLst>
        <pc:spChg chg="add mod">
          <ac:chgData name="Smith, David" userId="846a1c0a-3ddd-4f2e-a4ac-5d295891fe61" providerId="ADAL" clId="{DCEB6AFB-84CF-4592-8FAB-79E8761D8FE5}" dt="2026-09-15T14:50:53.164" v="778" actId="207"/>
          <ac:spMkLst>
            <pc:docMk/>
            <pc:sldMk cId="1671572791" sldId="266"/>
            <ac:spMk id="4" creationId="{20B1B716-8F65-7211-13E2-5378E694A403}"/>
          </ac:spMkLst>
        </pc:spChg>
      </pc:sldChg>
      <pc:sldChg chg="addSp delSp modSp mod">
        <pc:chgData name="Smith, David" userId="846a1c0a-3ddd-4f2e-a4ac-5d295891fe61" providerId="ADAL" clId="{DCEB6AFB-84CF-4592-8FAB-79E8761D8FE5}" dt="2026-09-15T14:51:20.512" v="784" actId="207"/>
        <pc:sldMkLst>
          <pc:docMk/>
          <pc:sldMk cId="1458985991" sldId="268"/>
        </pc:sldMkLst>
        <pc:spChg chg="mod">
          <ac:chgData name="Smith, David" userId="846a1c0a-3ddd-4f2e-a4ac-5d295891fe61" providerId="ADAL" clId="{DCEB6AFB-84CF-4592-8FAB-79E8761D8FE5}" dt="2026-09-15T13:57:16.880" v="13" actId="6549"/>
          <ac:spMkLst>
            <pc:docMk/>
            <pc:sldMk cId="1458985991" sldId="268"/>
            <ac:spMk id="2" creationId="{C210E7B0-0F99-7F7E-E349-7011DE230728}"/>
          </ac:spMkLst>
        </pc:spChg>
        <pc:spChg chg="del">
          <ac:chgData name="Smith, David" userId="846a1c0a-3ddd-4f2e-a4ac-5d295891fe61" providerId="ADAL" clId="{DCEB6AFB-84CF-4592-8FAB-79E8761D8FE5}" dt="2026-09-15T13:57:18.646" v="14" actId="478"/>
          <ac:spMkLst>
            <pc:docMk/>
            <pc:sldMk cId="1458985991" sldId="268"/>
            <ac:spMk id="3" creationId="{03BC5FAD-153B-3A70-E914-060A28496097}"/>
          </ac:spMkLst>
        </pc:spChg>
        <pc:spChg chg="add mod">
          <ac:chgData name="Smith, David" userId="846a1c0a-3ddd-4f2e-a4ac-5d295891fe61" providerId="ADAL" clId="{DCEB6AFB-84CF-4592-8FAB-79E8761D8FE5}" dt="2026-09-15T14:07:14.722" v="22" actId="113"/>
          <ac:spMkLst>
            <pc:docMk/>
            <pc:sldMk cId="1458985991" sldId="268"/>
            <ac:spMk id="6" creationId="{F0F45DC9-0904-924C-DCC7-9D4331816DA0}"/>
          </ac:spMkLst>
        </pc:spChg>
        <pc:spChg chg="add mod">
          <ac:chgData name="Smith, David" userId="846a1c0a-3ddd-4f2e-a4ac-5d295891fe61" providerId="ADAL" clId="{DCEB6AFB-84CF-4592-8FAB-79E8761D8FE5}" dt="2026-09-15T14:51:20.512" v="784" actId="207"/>
          <ac:spMkLst>
            <pc:docMk/>
            <pc:sldMk cId="1458985991" sldId="268"/>
            <ac:spMk id="7" creationId="{594AEAC9-D975-7729-0678-085172A1AD81}"/>
          </ac:spMkLst>
        </pc:spChg>
        <pc:picChg chg="add mod">
          <ac:chgData name="Smith, David" userId="846a1c0a-3ddd-4f2e-a4ac-5d295891fe61" providerId="ADAL" clId="{DCEB6AFB-84CF-4592-8FAB-79E8761D8FE5}" dt="2026-09-15T14:06:56.899" v="17" actId="1076"/>
          <ac:picMkLst>
            <pc:docMk/>
            <pc:sldMk cId="1458985991" sldId="268"/>
            <ac:picMk id="5" creationId="{9857D4CA-E18E-18EB-9F21-822276D9B522}"/>
          </ac:picMkLst>
        </pc:picChg>
      </pc:sldChg>
      <pc:sldChg chg="addSp delSp modSp mod">
        <pc:chgData name="Smith, David" userId="846a1c0a-3ddd-4f2e-a4ac-5d295891fe61" providerId="ADAL" clId="{DCEB6AFB-84CF-4592-8FAB-79E8761D8FE5}" dt="2026-09-15T14:51:25.647" v="785"/>
        <pc:sldMkLst>
          <pc:docMk/>
          <pc:sldMk cId="1685276392" sldId="269"/>
        </pc:sldMkLst>
        <pc:spChg chg="del">
          <ac:chgData name="Smith, David" userId="846a1c0a-3ddd-4f2e-a4ac-5d295891fe61" providerId="ADAL" clId="{DCEB6AFB-84CF-4592-8FAB-79E8761D8FE5}" dt="2026-09-15T14:07:36.671" v="23" actId="478"/>
          <ac:spMkLst>
            <pc:docMk/>
            <pc:sldMk cId="1685276392" sldId="269"/>
            <ac:spMk id="2" creationId="{034ABF58-A5AA-8E39-CE5E-49C3877ACF8D}"/>
          </ac:spMkLst>
        </pc:spChg>
        <pc:spChg chg="del">
          <ac:chgData name="Smith, David" userId="846a1c0a-3ddd-4f2e-a4ac-5d295891fe61" providerId="ADAL" clId="{DCEB6AFB-84CF-4592-8FAB-79E8761D8FE5}" dt="2026-09-15T14:07:38.534" v="25" actId="478"/>
          <ac:spMkLst>
            <pc:docMk/>
            <pc:sldMk cId="1685276392" sldId="269"/>
            <ac:spMk id="3" creationId="{9C5C0D42-772A-6170-8DDB-1953036B9790}"/>
          </ac:spMkLst>
        </pc:spChg>
        <pc:spChg chg="add mod">
          <ac:chgData name="Smith, David" userId="846a1c0a-3ddd-4f2e-a4ac-5d295891fe61" providerId="ADAL" clId="{DCEB6AFB-84CF-4592-8FAB-79E8761D8FE5}" dt="2026-09-15T14:07:36.994" v="24"/>
          <ac:spMkLst>
            <pc:docMk/>
            <pc:sldMk cId="1685276392" sldId="269"/>
            <ac:spMk id="4" creationId="{2B9DE839-BABD-C838-3CC9-70A1F574E298}"/>
          </ac:spMkLst>
        </pc:spChg>
        <pc:spChg chg="add mod">
          <ac:chgData name="Smith, David" userId="846a1c0a-3ddd-4f2e-a4ac-5d295891fe61" providerId="ADAL" clId="{DCEB6AFB-84CF-4592-8FAB-79E8761D8FE5}" dt="2026-09-15T14:07:47.469" v="33" actId="20577"/>
          <ac:spMkLst>
            <pc:docMk/>
            <pc:sldMk cId="1685276392" sldId="269"/>
            <ac:spMk id="5" creationId="{EC4CB81D-D93B-6710-E5D9-792DDAAB37AE}"/>
          </ac:spMkLst>
        </pc:spChg>
        <pc:spChg chg="add mod">
          <ac:chgData name="Smith, David" userId="846a1c0a-3ddd-4f2e-a4ac-5d295891fe61" providerId="ADAL" clId="{DCEB6AFB-84CF-4592-8FAB-79E8761D8FE5}" dt="2026-09-15T14:51:25.647" v="785"/>
          <ac:spMkLst>
            <pc:docMk/>
            <pc:sldMk cId="1685276392" sldId="269"/>
            <ac:spMk id="8" creationId="{FBE00DBA-C4BC-8313-80E5-5F41BFCDB86B}"/>
          </ac:spMkLst>
        </pc:spChg>
        <pc:picChg chg="add mod">
          <ac:chgData name="Smith, David" userId="846a1c0a-3ddd-4f2e-a4ac-5d295891fe61" providerId="ADAL" clId="{DCEB6AFB-84CF-4592-8FAB-79E8761D8FE5}" dt="2026-09-15T14:08:27.180" v="35" actId="1076"/>
          <ac:picMkLst>
            <pc:docMk/>
            <pc:sldMk cId="1685276392" sldId="269"/>
            <ac:picMk id="7" creationId="{1091F273-0EC6-870D-5112-772EBF4D817E}"/>
          </ac:picMkLst>
        </pc:picChg>
      </pc:sldChg>
      <pc:sldChg chg="addSp modSp">
        <pc:chgData name="Smith, David" userId="846a1c0a-3ddd-4f2e-a4ac-5d295891fe61" providerId="ADAL" clId="{DCEB6AFB-84CF-4592-8FAB-79E8761D8FE5}" dt="2026-09-15T14:49:56.498" v="768"/>
        <pc:sldMkLst>
          <pc:docMk/>
          <pc:sldMk cId="427672964" sldId="270"/>
        </pc:sldMkLst>
        <pc:spChg chg="add mod">
          <ac:chgData name="Smith, David" userId="846a1c0a-3ddd-4f2e-a4ac-5d295891fe61" providerId="ADAL" clId="{DCEB6AFB-84CF-4592-8FAB-79E8761D8FE5}" dt="2026-09-15T14:49:56.498" v="768"/>
          <ac:spMkLst>
            <pc:docMk/>
            <pc:sldMk cId="427672964" sldId="270"/>
            <ac:spMk id="6" creationId="{9B6CCC6C-6ED6-8A56-E21F-224E8A356318}"/>
          </ac:spMkLst>
        </pc:spChg>
      </pc:sldChg>
      <pc:sldChg chg="addSp modSp">
        <pc:chgData name="Smith, David" userId="846a1c0a-3ddd-4f2e-a4ac-5d295891fe61" providerId="ADAL" clId="{DCEB6AFB-84CF-4592-8FAB-79E8761D8FE5}" dt="2026-09-15T14:49:51.172" v="765"/>
        <pc:sldMkLst>
          <pc:docMk/>
          <pc:sldMk cId="1407643103" sldId="271"/>
        </pc:sldMkLst>
        <pc:spChg chg="add mod">
          <ac:chgData name="Smith, David" userId="846a1c0a-3ddd-4f2e-a4ac-5d295891fe61" providerId="ADAL" clId="{DCEB6AFB-84CF-4592-8FAB-79E8761D8FE5}" dt="2026-09-15T14:49:51.172" v="765"/>
          <ac:spMkLst>
            <pc:docMk/>
            <pc:sldMk cId="1407643103" sldId="271"/>
            <ac:spMk id="4" creationId="{C981A0C0-A0CA-0F45-C0D0-178EF8EC9AED}"/>
          </ac:spMkLst>
        </pc:spChg>
      </pc:sldChg>
      <pc:sldChg chg="addSp modSp">
        <pc:chgData name="Smith, David" userId="846a1c0a-3ddd-4f2e-a4ac-5d295891fe61" providerId="ADAL" clId="{DCEB6AFB-84CF-4592-8FAB-79E8761D8FE5}" dt="2026-09-15T14:49:58.622" v="769"/>
        <pc:sldMkLst>
          <pc:docMk/>
          <pc:sldMk cId="190262654" sldId="272"/>
        </pc:sldMkLst>
        <pc:spChg chg="add mod">
          <ac:chgData name="Smith, David" userId="846a1c0a-3ddd-4f2e-a4ac-5d295891fe61" providerId="ADAL" clId="{DCEB6AFB-84CF-4592-8FAB-79E8761D8FE5}" dt="2026-09-15T14:49:58.622" v="769"/>
          <ac:spMkLst>
            <pc:docMk/>
            <pc:sldMk cId="190262654" sldId="272"/>
            <ac:spMk id="4" creationId="{BAB93BB6-1C52-447E-25EB-323E2337ED62}"/>
          </ac:spMkLst>
        </pc:spChg>
      </pc:sldChg>
      <pc:sldChg chg="addSp modSp mod">
        <pc:chgData name="Smith, David" userId="846a1c0a-3ddd-4f2e-a4ac-5d295891fe61" providerId="ADAL" clId="{DCEB6AFB-84CF-4592-8FAB-79E8761D8FE5}" dt="2026-09-15T15:06:55.208" v="1083" actId="20577"/>
        <pc:sldMkLst>
          <pc:docMk/>
          <pc:sldMk cId="1725092334" sldId="273"/>
        </pc:sldMkLst>
        <pc:spChg chg="add mod">
          <ac:chgData name="Smith, David" userId="846a1c0a-3ddd-4f2e-a4ac-5d295891fe61" providerId="ADAL" clId="{DCEB6AFB-84CF-4592-8FAB-79E8761D8FE5}" dt="2026-09-15T14:50:28.285" v="772" actId="207"/>
          <ac:spMkLst>
            <pc:docMk/>
            <pc:sldMk cId="1725092334" sldId="273"/>
            <ac:spMk id="3" creationId="{D4C342E4-C0E7-C4AF-31FF-7D924F6A411E}"/>
          </ac:spMkLst>
        </pc:spChg>
        <pc:spChg chg="mod">
          <ac:chgData name="Smith, David" userId="846a1c0a-3ddd-4f2e-a4ac-5d295891fe61" providerId="ADAL" clId="{DCEB6AFB-84CF-4592-8FAB-79E8761D8FE5}" dt="2026-09-15T15:06:55.208" v="1083" actId="20577"/>
          <ac:spMkLst>
            <pc:docMk/>
            <pc:sldMk cId="1725092334" sldId="273"/>
            <ac:spMk id="5" creationId="{4E22A835-4D05-BD09-539F-998BF5D71147}"/>
          </ac:spMkLst>
        </pc:spChg>
      </pc:sldChg>
      <pc:sldChg chg="addSp modSp">
        <pc:chgData name="Smith, David" userId="846a1c0a-3ddd-4f2e-a4ac-5d295891fe61" providerId="ADAL" clId="{DCEB6AFB-84CF-4592-8FAB-79E8761D8FE5}" dt="2026-09-15T14:50:59.945" v="779"/>
        <pc:sldMkLst>
          <pc:docMk/>
          <pc:sldMk cId="377349327" sldId="274"/>
        </pc:sldMkLst>
        <pc:spChg chg="add mod">
          <ac:chgData name="Smith, David" userId="846a1c0a-3ddd-4f2e-a4ac-5d295891fe61" providerId="ADAL" clId="{DCEB6AFB-84CF-4592-8FAB-79E8761D8FE5}" dt="2026-09-15T14:50:59.945" v="779"/>
          <ac:spMkLst>
            <pc:docMk/>
            <pc:sldMk cId="377349327" sldId="274"/>
            <ac:spMk id="3" creationId="{49408F6E-5E30-4869-0F0F-754C9C586234}"/>
          </ac:spMkLst>
        </pc:spChg>
      </pc:sldChg>
      <pc:sldChg chg="addSp modSp">
        <pc:chgData name="Smith, David" userId="846a1c0a-3ddd-4f2e-a4ac-5d295891fe61" providerId="ADAL" clId="{DCEB6AFB-84CF-4592-8FAB-79E8761D8FE5}" dt="2026-09-15T14:51:01.487" v="780"/>
        <pc:sldMkLst>
          <pc:docMk/>
          <pc:sldMk cId="2925542604" sldId="275"/>
        </pc:sldMkLst>
        <pc:spChg chg="add mod">
          <ac:chgData name="Smith, David" userId="846a1c0a-3ddd-4f2e-a4ac-5d295891fe61" providerId="ADAL" clId="{DCEB6AFB-84CF-4592-8FAB-79E8761D8FE5}" dt="2026-09-15T14:51:01.487" v="780"/>
          <ac:spMkLst>
            <pc:docMk/>
            <pc:sldMk cId="2925542604" sldId="275"/>
            <ac:spMk id="5" creationId="{44F3123E-A9CC-79E6-003D-0A43BF4739D1}"/>
          </ac:spMkLst>
        </pc:spChg>
      </pc:sldChg>
      <pc:sldChg chg="addSp delSp modSp add mod">
        <pc:chgData name="Smith, David" userId="846a1c0a-3ddd-4f2e-a4ac-5d295891fe61" providerId="ADAL" clId="{DCEB6AFB-84CF-4592-8FAB-79E8761D8FE5}" dt="2026-09-15T14:51:27.481" v="786"/>
        <pc:sldMkLst>
          <pc:docMk/>
          <pc:sldMk cId="989800566" sldId="276"/>
        </pc:sldMkLst>
        <pc:spChg chg="mod">
          <ac:chgData name="Smith, David" userId="846a1c0a-3ddd-4f2e-a4ac-5d295891fe61" providerId="ADAL" clId="{DCEB6AFB-84CF-4592-8FAB-79E8761D8FE5}" dt="2026-09-15T14:08:39.676" v="48" actId="20577"/>
          <ac:spMkLst>
            <pc:docMk/>
            <pc:sldMk cId="989800566" sldId="276"/>
            <ac:spMk id="5" creationId="{F71AD4CF-9EAE-5A25-A294-C6AFD159B7C2}"/>
          </ac:spMkLst>
        </pc:spChg>
        <pc:spChg chg="add mod">
          <ac:chgData name="Smith, David" userId="846a1c0a-3ddd-4f2e-a4ac-5d295891fe61" providerId="ADAL" clId="{DCEB6AFB-84CF-4592-8FAB-79E8761D8FE5}" dt="2026-09-15T14:51:27.481" v="786"/>
          <ac:spMkLst>
            <pc:docMk/>
            <pc:sldMk cId="989800566" sldId="276"/>
            <ac:spMk id="6" creationId="{7FB76103-DFF6-7272-FC9A-98A2A02D7E6A}"/>
          </ac:spMkLst>
        </pc:spChg>
        <pc:picChg chg="add mod">
          <ac:chgData name="Smith, David" userId="846a1c0a-3ddd-4f2e-a4ac-5d295891fe61" providerId="ADAL" clId="{DCEB6AFB-84CF-4592-8FAB-79E8761D8FE5}" dt="2026-09-15T14:09:17.393" v="51" actId="1076"/>
          <ac:picMkLst>
            <pc:docMk/>
            <pc:sldMk cId="989800566" sldId="276"/>
            <ac:picMk id="3" creationId="{4E9F5915-1823-2B0E-6D43-A46EED5E1DD2}"/>
          </ac:picMkLst>
        </pc:picChg>
        <pc:picChg chg="del">
          <ac:chgData name="Smith, David" userId="846a1c0a-3ddd-4f2e-a4ac-5d295891fe61" providerId="ADAL" clId="{DCEB6AFB-84CF-4592-8FAB-79E8761D8FE5}" dt="2026-09-15T14:08:41.475" v="49" actId="478"/>
          <ac:picMkLst>
            <pc:docMk/>
            <pc:sldMk cId="989800566" sldId="276"/>
            <ac:picMk id="7" creationId="{696322E1-438A-C20E-FF28-B42E78DC8CB7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51:36.155" v="796" actId="1035"/>
        <pc:sldMkLst>
          <pc:docMk/>
          <pc:sldMk cId="1564455172" sldId="277"/>
        </pc:sldMkLst>
        <pc:spChg chg="mod">
          <ac:chgData name="Smith, David" userId="846a1c0a-3ddd-4f2e-a4ac-5d295891fe61" providerId="ADAL" clId="{DCEB6AFB-84CF-4592-8FAB-79E8761D8FE5}" dt="2026-09-15T14:14:41.366" v="85" actId="14100"/>
          <ac:spMkLst>
            <pc:docMk/>
            <pc:sldMk cId="1564455172" sldId="277"/>
            <ac:spMk id="2" creationId="{5C5208E7-B25C-5C30-EA08-DB95C6E99B3C}"/>
          </ac:spMkLst>
        </pc:spChg>
        <pc:spChg chg="del">
          <ac:chgData name="Smith, David" userId="846a1c0a-3ddd-4f2e-a4ac-5d295891fe61" providerId="ADAL" clId="{DCEB6AFB-84CF-4592-8FAB-79E8761D8FE5}" dt="2026-09-15T14:14:21.771" v="78" actId="478"/>
          <ac:spMkLst>
            <pc:docMk/>
            <pc:sldMk cId="1564455172" sldId="277"/>
            <ac:spMk id="3" creationId="{2A901BAF-5D9B-2AC3-DD8F-81EA92B9CBB5}"/>
          </ac:spMkLst>
        </pc:spChg>
        <pc:spChg chg="add mod">
          <ac:chgData name="Smith, David" userId="846a1c0a-3ddd-4f2e-a4ac-5d295891fe61" providerId="ADAL" clId="{DCEB6AFB-84CF-4592-8FAB-79E8761D8FE5}" dt="2026-09-15T14:51:36.155" v="796" actId="1035"/>
          <ac:spMkLst>
            <pc:docMk/>
            <pc:sldMk cId="1564455172" sldId="277"/>
            <ac:spMk id="6" creationId="{F2CB418F-81F6-79C2-329B-93D4831BED9B}"/>
          </ac:spMkLst>
        </pc:spChg>
        <pc:spChg chg="add mod">
          <ac:chgData name="Smith, David" userId="846a1c0a-3ddd-4f2e-a4ac-5d295891fe61" providerId="ADAL" clId="{DCEB6AFB-84CF-4592-8FAB-79E8761D8FE5}" dt="2026-09-15T14:30:40.816" v="549" actId="5793"/>
          <ac:spMkLst>
            <pc:docMk/>
            <pc:sldMk cId="1564455172" sldId="277"/>
            <ac:spMk id="7" creationId="{4694A14B-1A92-8DDA-7596-DB8EBEA03088}"/>
          </ac:spMkLst>
        </pc:spChg>
        <pc:spChg chg="add mod">
          <ac:chgData name="Smith, David" userId="846a1c0a-3ddd-4f2e-a4ac-5d295891fe61" providerId="ADAL" clId="{DCEB6AFB-84CF-4592-8FAB-79E8761D8FE5}" dt="2026-09-15T14:51:28.679" v="787"/>
          <ac:spMkLst>
            <pc:docMk/>
            <pc:sldMk cId="1564455172" sldId="277"/>
            <ac:spMk id="8" creationId="{62DF6FB7-FDB9-58C2-4989-4642F35DEF92}"/>
          </ac:spMkLst>
        </pc:spChg>
        <pc:picChg chg="add mod">
          <ac:chgData name="Smith, David" userId="846a1c0a-3ddd-4f2e-a4ac-5d295891fe61" providerId="ADAL" clId="{DCEB6AFB-84CF-4592-8FAB-79E8761D8FE5}" dt="2026-09-15T14:14:28.240" v="81" actId="1076"/>
          <ac:picMkLst>
            <pc:docMk/>
            <pc:sldMk cId="1564455172" sldId="277"/>
            <ac:picMk id="5" creationId="{E5467488-E9F3-9E49-DE30-DFFF9E64B549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52:09.010" v="815" actId="14100"/>
        <pc:sldMkLst>
          <pc:docMk/>
          <pc:sldMk cId="3472148498" sldId="278"/>
        </pc:sldMkLst>
        <pc:spChg chg="mod">
          <ac:chgData name="Smith, David" userId="846a1c0a-3ddd-4f2e-a4ac-5d295891fe61" providerId="ADAL" clId="{DCEB6AFB-84CF-4592-8FAB-79E8761D8FE5}" dt="2026-09-15T14:52:09.010" v="815" actId="14100"/>
          <ac:spMkLst>
            <pc:docMk/>
            <pc:sldMk cId="3472148498" sldId="278"/>
            <ac:spMk id="2" creationId="{A74DA472-07D8-224D-71A5-2C57E61437AA}"/>
          </ac:spMkLst>
        </pc:spChg>
        <pc:spChg chg="del">
          <ac:chgData name="Smith, David" userId="846a1c0a-3ddd-4f2e-a4ac-5d295891fe61" providerId="ADAL" clId="{DCEB6AFB-84CF-4592-8FAB-79E8761D8FE5}" dt="2026-09-15T14:31:18.410" v="566" actId="478"/>
          <ac:spMkLst>
            <pc:docMk/>
            <pc:sldMk cId="3472148498" sldId="278"/>
            <ac:spMk id="3" creationId="{364D5A62-444F-48A8-8A96-01C9B8624370}"/>
          </ac:spMkLst>
        </pc:spChg>
        <pc:spChg chg="add mod">
          <ac:chgData name="Smith, David" userId="846a1c0a-3ddd-4f2e-a4ac-5d295891fe61" providerId="ADAL" clId="{DCEB6AFB-84CF-4592-8FAB-79E8761D8FE5}" dt="2026-09-15T14:51:49.257" v="810" actId="1035"/>
          <ac:spMkLst>
            <pc:docMk/>
            <pc:sldMk cId="3472148498" sldId="278"/>
            <ac:spMk id="5" creationId="{95B7B9CF-166E-21D8-251C-6B6CEC59EADB}"/>
          </ac:spMkLst>
        </pc:spChg>
        <pc:spChg chg="add mod">
          <ac:chgData name="Smith, David" userId="846a1c0a-3ddd-4f2e-a4ac-5d295891fe61" providerId="ADAL" clId="{DCEB6AFB-84CF-4592-8FAB-79E8761D8FE5}" dt="2026-09-15T14:51:41.086" v="797"/>
          <ac:spMkLst>
            <pc:docMk/>
            <pc:sldMk cId="3472148498" sldId="278"/>
            <ac:spMk id="6" creationId="{C4EA8C2A-9808-D84E-C9FD-DB7F6626AA16}"/>
          </ac:spMkLst>
        </pc:spChg>
        <pc:picChg chg="add mod">
          <ac:chgData name="Smith, David" userId="846a1c0a-3ddd-4f2e-a4ac-5d295891fe61" providerId="ADAL" clId="{DCEB6AFB-84CF-4592-8FAB-79E8761D8FE5}" dt="2026-09-15T14:52:03.551" v="811" actId="1076"/>
          <ac:picMkLst>
            <pc:docMk/>
            <pc:sldMk cId="3472148498" sldId="278"/>
            <ac:picMk id="4" creationId="{6C7168A3-09D8-71BF-A502-075F5408C140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34:34.050" v="586" actId="1076"/>
        <pc:sldMkLst>
          <pc:docMk/>
          <pc:sldMk cId="2738053032" sldId="279"/>
        </pc:sldMkLst>
        <pc:spChg chg="del">
          <ac:chgData name="Smith, David" userId="846a1c0a-3ddd-4f2e-a4ac-5d295891fe61" providerId="ADAL" clId="{DCEB6AFB-84CF-4592-8FAB-79E8761D8FE5}" dt="2026-09-15T14:33:13.307" v="567" actId="478"/>
          <ac:spMkLst>
            <pc:docMk/>
            <pc:sldMk cId="2738053032" sldId="279"/>
            <ac:spMk id="2" creationId="{2544730F-2BF6-2DF8-4A57-C5FE5A0C3693}"/>
          </ac:spMkLst>
        </pc:spChg>
        <pc:spChg chg="del">
          <ac:chgData name="Smith, David" userId="846a1c0a-3ddd-4f2e-a4ac-5d295891fe61" providerId="ADAL" clId="{DCEB6AFB-84CF-4592-8FAB-79E8761D8FE5}" dt="2026-09-15T14:33:15.181" v="569" actId="478"/>
          <ac:spMkLst>
            <pc:docMk/>
            <pc:sldMk cId="2738053032" sldId="279"/>
            <ac:spMk id="3" creationId="{BF6BFDC5-40F4-0990-56C9-A07D012A19B2}"/>
          </ac:spMkLst>
        </pc:spChg>
        <pc:spChg chg="add del mod">
          <ac:chgData name="Smith, David" userId="846a1c0a-3ddd-4f2e-a4ac-5d295891fe61" providerId="ADAL" clId="{DCEB6AFB-84CF-4592-8FAB-79E8761D8FE5}" dt="2026-09-15T14:34:29.200" v="584" actId="478"/>
          <ac:spMkLst>
            <pc:docMk/>
            <pc:sldMk cId="2738053032" sldId="279"/>
            <ac:spMk id="4" creationId="{EE0E6517-5DF4-D654-A41A-3B8B47A80F6C}"/>
          </ac:spMkLst>
        </pc:spChg>
        <pc:spChg chg="add del mod">
          <ac:chgData name="Smith, David" userId="846a1c0a-3ddd-4f2e-a4ac-5d295891fe61" providerId="ADAL" clId="{DCEB6AFB-84CF-4592-8FAB-79E8761D8FE5}" dt="2026-09-15T14:34:30.700" v="585" actId="478"/>
          <ac:spMkLst>
            <pc:docMk/>
            <pc:sldMk cId="2738053032" sldId="279"/>
            <ac:spMk id="7" creationId="{FA51F20C-BB5D-7619-B194-15913414A856}"/>
          </ac:spMkLst>
        </pc:spChg>
        <pc:picChg chg="add mod modCrop">
          <ac:chgData name="Smith, David" userId="846a1c0a-3ddd-4f2e-a4ac-5d295891fe61" providerId="ADAL" clId="{DCEB6AFB-84CF-4592-8FAB-79E8761D8FE5}" dt="2026-09-15T14:34:34.050" v="586" actId="1076"/>
          <ac:picMkLst>
            <pc:docMk/>
            <pc:sldMk cId="2738053032" sldId="279"/>
            <ac:picMk id="5" creationId="{8EE144CF-C4B3-9037-B3A9-80D0DF4F1082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52:24.005" v="828" actId="1035"/>
        <pc:sldMkLst>
          <pc:docMk/>
          <pc:sldMk cId="3259253222" sldId="280"/>
        </pc:sldMkLst>
        <pc:spChg chg="mod">
          <ac:chgData name="Smith, David" userId="846a1c0a-3ddd-4f2e-a4ac-5d295891fe61" providerId="ADAL" clId="{DCEB6AFB-84CF-4592-8FAB-79E8761D8FE5}" dt="2026-09-15T14:40:53.803" v="673" actId="404"/>
          <ac:spMkLst>
            <pc:docMk/>
            <pc:sldMk cId="3259253222" sldId="280"/>
            <ac:spMk id="2" creationId="{E3A70BA2-9D44-B57D-7739-C31C0E51EE0E}"/>
          </ac:spMkLst>
        </pc:spChg>
        <pc:spChg chg="del">
          <ac:chgData name="Smith, David" userId="846a1c0a-3ddd-4f2e-a4ac-5d295891fe61" providerId="ADAL" clId="{DCEB6AFB-84CF-4592-8FAB-79E8761D8FE5}" dt="2026-09-15T14:38:06.565" v="630" actId="478"/>
          <ac:spMkLst>
            <pc:docMk/>
            <pc:sldMk cId="3259253222" sldId="280"/>
            <ac:spMk id="3" creationId="{F95BCB03-B073-FDB4-7955-A26703EDEB64}"/>
          </ac:spMkLst>
        </pc:spChg>
        <pc:spChg chg="add mod">
          <ac:chgData name="Smith, David" userId="846a1c0a-3ddd-4f2e-a4ac-5d295891fe61" providerId="ADAL" clId="{DCEB6AFB-84CF-4592-8FAB-79E8761D8FE5}" dt="2026-09-15T14:52:24.005" v="828" actId="1035"/>
          <ac:spMkLst>
            <pc:docMk/>
            <pc:sldMk cId="3259253222" sldId="280"/>
            <ac:spMk id="5" creationId="{C9BC2266-6E4F-46EB-E0C2-AF5F41584C24}"/>
          </ac:spMkLst>
        </pc:spChg>
        <pc:spChg chg="add mod">
          <ac:chgData name="Smith, David" userId="846a1c0a-3ddd-4f2e-a4ac-5d295891fe61" providerId="ADAL" clId="{DCEB6AFB-84CF-4592-8FAB-79E8761D8FE5}" dt="2026-09-15T14:52:19.560" v="816"/>
          <ac:spMkLst>
            <pc:docMk/>
            <pc:sldMk cId="3259253222" sldId="280"/>
            <ac:spMk id="6" creationId="{8CF13BEF-E8C6-D041-1CE1-080E99141C58}"/>
          </ac:spMkLst>
        </pc:spChg>
        <pc:picChg chg="add mod modCrop">
          <ac:chgData name="Smith, David" userId="846a1c0a-3ddd-4f2e-a4ac-5d295891fe61" providerId="ADAL" clId="{DCEB6AFB-84CF-4592-8FAB-79E8761D8FE5}" dt="2026-09-15T14:40:58.370" v="674" actId="1076"/>
          <ac:picMkLst>
            <pc:docMk/>
            <pc:sldMk cId="3259253222" sldId="280"/>
            <ac:picMk id="4" creationId="{3F705E8B-BA70-875E-23F9-86ECAD9F9211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54:51.908" v="843" actId="1076"/>
        <pc:sldMkLst>
          <pc:docMk/>
          <pc:sldMk cId="1384399523" sldId="281"/>
        </pc:sldMkLst>
        <pc:spChg chg="del">
          <ac:chgData name="Smith, David" userId="846a1c0a-3ddd-4f2e-a4ac-5d295891fe61" providerId="ADAL" clId="{DCEB6AFB-84CF-4592-8FAB-79E8761D8FE5}" dt="2026-09-15T14:41:07.311" v="676" actId="478"/>
          <ac:spMkLst>
            <pc:docMk/>
            <pc:sldMk cId="1384399523" sldId="281"/>
            <ac:spMk id="2" creationId="{81CA9119-991B-34C8-9283-1A4E1ECEE328}"/>
          </ac:spMkLst>
        </pc:spChg>
        <pc:spChg chg="del">
          <ac:chgData name="Smith, David" userId="846a1c0a-3ddd-4f2e-a4ac-5d295891fe61" providerId="ADAL" clId="{DCEB6AFB-84CF-4592-8FAB-79E8761D8FE5}" dt="2026-09-15T14:41:08.737" v="677" actId="478"/>
          <ac:spMkLst>
            <pc:docMk/>
            <pc:sldMk cId="1384399523" sldId="281"/>
            <ac:spMk id="3" creationId="{24DDF867-2BF0-27B6-6B7A-27176F92B1C1}"/>
          </ac:spMkLst>
        </pc:spChg>
        <pc:picChg chg="add del mod">
          <ac:chgData name="Smith, David" userId="846a1c0a-3ddd-4f2e-a4ac-5d295891fe61" providerId="ADAL" clId="{DCEB6AFB-84CF-4592-8FAB-79E8761D8FE5}" dt="2026-09-15T14:54:41.547" v="839" actId="478"/>
          <ac:picMkLst>
            <pc:docMk/>
            <pc:sldMk cId="1384399523" sldId="281"/>
            <ac:picMk id="4" creationId="{DD291551-71D3-12A8-6407-9FC27D4F106B}"/>
          </ac:picMkLst>
        </pc:picChg>
        <pc:picChg chg="add mod">
          <ac:chgData name="Smith, David" userId="846a1c0a-3ddd-4f2e-a4ac-5d295891fe61" providerId="ADAL" clId="{DCEB6AFB-84CF-4592-8FAB-79E8761D8FE5}" dt="2026-09-15T14:54:51.908" v="843" actId="1076"/>
          <ac:picMkLst>
            <pc:docMk/>
            <pc:sldMk cId="1384399523" sldId="281"/>
            <ac:picMk id="5" creationId="{8AC296F7-FD95-5A77-D32F-0F84F1C27378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7:33:00.782" v="1185" actId="1076"/>
        <pc:sldMkLst>
          <pc:docMk/>
          <pc:sldMk cId="2129660379" sldId="282"/>
        </pc:sldMkLst>
        <pc:spChg chg="mod">
          <ac:chgData name="Smith, David" userId="846a1c0a-3ddd-4f2e-a4ac-5d295891fe61" providerId="ADAL" clId="{DCEB6AFB-84CF-4592-8FAB-79E8761D8FE5}" dt="2026-09-15T17:32:42.106" v="1180" actId="1076"/>
          <ac:spMkLst>
            <pc:docMk/>
            <pc:sldMk cId="2129660379" sldId="282"/>
            <ac:spMk id="2" creationId="{DCAAA480-8D36-36E4-4186-928AEE9E4186}"/>
          </ac:spMkLst>
        </pc:spChg>
        <pc:spChg chg="del">
          <ac:chgData name="Smith, David" userId="846a1c0a-3ddd-4f2e-a4ac-5d295891fe61" providerId="ADAL" clId="{DCEB6AFB-84CF-4592-8FAB-79E8761D8FE5}" dt="2026-09-15T14:42:51.785" v="680" actId="478"/>
          <ac:spMkLst>
            <pc:docMk/>
            <pc:sldMk cId="2129660379" sldId="282"/>
            <ac:spMk id="3" creationId="{AB4B4F99-6DED-E844-DFED-E76BFA5026CC}"/>
          </ac:spMkLst>
        </pc:spChg>
        <pc:spChg chg="add mod">
          <ac:chgData name="Smith, David" userId="846a1c0a-3ddd-4f2e-a4ac-5d295891fe61" providerId="ADAL" clId="{DCEB6AFB-84CF-4592-8FAB-79E8761D8FE5}" dt="2026-09-15T17:33:00.782" v="1185" actId="1076"/>
          <ac:spMkLst>
            <pc:docMk/>
            <pc:sldMk cId="2129660379" sldId="282"/>
            <ac:spMk id="5" creationId="{B1CAF4D9-C809-095B-66EA-A076592CEE24}"/>
          </ac:spMkLst>
        </pc:spChg>
        <pc:picChg chg="add mod">
          <ac:chgData name="Smith, David" userId="846a1c0a-3ddd-4f2e-a4ac-5d295891fe61" providerId="ADAL" clId="{DCEB6AFB-84CF-4592-8FAB-79E8761D8FE5}" dt="2026-09-15T17:32:43.090" v="1181" actId="1076"/>
          <ac:picMkLst>
            <pc:docMk/>
            <pc:sldMk cId="2129660379" sldId="282"/>
            <ac:picMk id="4" creationId="{6AE9D0F8-F496-9807-3D7E-89074365C054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5:01:34.042" v="1029" actId="20577"/>
        <pc:sldMkLst>
          <pc:docMk/>
          <pc:sldMk cId="675321597" sldId="283"/>
        </pc:sldMkLst>
        <pc:spChg chg="del">
          <ac:chgData name="Smith, David" userId="846a1c0a-3ddd-4f2e-a4ac-5d295891fe61" providerId="ADAL" clId="{DCEB6AFB-84CF-4592-8FAB-79E8761D8FE5}" dt="2026-09-15T14:57:28.455" v="854" actId="478"/>
          <ac:spMkLst>
            <pc:docMk/>
            <pc:sldMk cId="675321597" sldId="283"/>
            <ac:spMk id="2" creationId="{739255D9-AB3D-EE2F-AD74-E4027F038996}"/>
          </ac:spMkLst>
        </pc:spChg>
        <pc:spChg chg="del">
          <ac:chgData name="Smith, David" userId="846a1c0a-3ddd-4f2e-a4ac-5d295891fe61" providerId="ADAL" clId="{DCEB6AFB-84CF-4592-8FAB-79E8761D8FE5}" dt="2026-09-15T14:56:43.436" v="845" actId="478"/>
          <ac:spMkLst>
            <pc:docMk/>
            <pc:sldMk cId="675321597" sldId="283"/>
            <ac:spMk id="3" creationId="{673C1DCA-1685-8F12-2ED9-DC2861DF1421}"/>
          </ac:spMkLst>
        </pc:spChg>
        <pc:spChg chg="add mod">
          <ac:chgData name="Smith, David" userId="846a1c0a-3ddd-4f2e-a4ac-5d295891fe61" providerId="ADAL" clId="{DCEB6AFB-84CF-4592-8FAB-79E8761D8FE5}" dt="2026-09-15T14:57:18.823" v="853" actId="2085"/>
          <ac:spMkLst>
            <pc:docMk/>
            <pc:sldMk cId="675321597" sldId="283"/>
            <ac:spMk id="4" creationId="{AB20D6F3-4253-66A8-1B1E-F567EE911D43}"/>
          </ac:spMkLst>
        </pc:spChg>
        <pc:spChg chg="add mod">
          <ac:chgData name="Smith, David" userId="846a1c0a-3ddd-4f2e-a4ac-5d295891fe61" providerId="ADAL" clId="{DCEB6AFB-84CF-4592-8FAB-79E8761D8FE5}" dt="2026-09-15T14:57:28.730" v="855"/>
          <ac:spMkLst>
            <pc:docMk/>
            <pc:sldMk cId="675321597" sldId="283"/>
            <ac:spMk id="5" creationId="{F631BA36-FE87-5644-3E4F-E31A46DB5502}"/>
          </ac:spMkLst>
        </pc:spChg>
        <pc:spChg chg="add mod">
          <ac:chgData name="Smith, David" userId="846a1c0a-3ddd-4f2e-a4ac-5d295891fe61" providerId="ADAL" clId="{DCEB6AFB-84CF-4592-8FAB-79E8761D8FE5}" dt="2026-09-15T15:01:34.042" v="1029" actId="20577"/>
          <ac:spMkLst>
            <pc:docMk/>
            <pc:sldMk cId="675321597" sldId="283"/>
            <ac:spMk id="6" creationId="{A6E0EE07-9D61-BBE7-939F-454FA1359481}"/>
          </ac:spMkLst>
        </pc:spChg>
        <pc:picChg chg="add mod">
          <ac:chgData name="Smith, David" userId="846a1c0a-3ddd-4f2e-a4ac-5d295891fe61" providerId="ADAL" clId="{DCEB6AFB-84CF-4592-8FAB-79E8761D8FE5}" dt="2026-09-15T14:57:03.133" v="850" actId="1076"/>
          <ac:picMkLst>
            <pc:docMk/>
            <pc:sldMk cId="675321597" sldId="283"/>
            <ac:picMk id="1026" creationId="{445179C4-67CC-9551-2C9D-75ADC53C3665}"/>
          </ac:picMkLst>
        </pc:picChg>
      </pc:sldChg>
    </pc:docChg>
  </pc:docChgLst>
  <pc:docChgLst>
    <pc:chgData name="Smith, David" userId="846a1c0a-3ddd-4f2e-a4ac-5d295891fe61" providerId="ADAL" clId="{7687B2E3-8A8D-5891-B0CE-002F001EEC83}"/>
    <pc:docChg chg="undo custSel addSld delSld modSld sldOrd">
      <pc:chgData name="Smith, David" userId="846a1c0a-3ddd-4f2e-a4ac-5d295891fe61" providerId="ADAL" clId="{7687B2E3-8A8D-5891-B0CE-002F001EEC83}" dt="2026-09-14T22:29:16.671" v="2669" actId="20578"/>
      <pc:docMkLst>
        <pc:docMk/>
      </pc:docMkLst>
      <pc:sldChg chg="modSp mod">
        <pc:chgData name="Smith, David" userId="846a1c0a-3ddd-4f2e-a4ac-5d295891fe61" providerId="ADAL" clId="{7687B2E3-8A8D-5891-B0CE-002F001EEC83}" dt="2026-09-14T19:48:46.796" v="878" actId="20577"/>
        <pc:sldMkLst>
          <pc:docMk/>
          <pc:sldMk cId="876157333" sldId="257"/>
        </pc:sldMkLst>
        <pc:spChg chg="mod">
          <ac:chgData name="Smith, David" userId="846a1c0a-3ddd-4f2e-a4ac-5d295891fe61" providerId="ADAL" clId="{7687B2E3-8A8D-5891-B0CE-002F001EEC83}" dt="2026-09-14T19:48:46.796" v="878" actId="20577"/>
          <ac:spMkLst>
            <pc:docMk/>
            <pc:sldMk cId="876157333" sldId="257"/>
            <ac:spMk id="3" creationId="{14E31435-27FB-CD55-25F8-9054F1C61752}"/>
          </ac:spMkLst>
        </pc:spChg>
      </pc:sldChg>
      <pc:sldChg chg="addSp delSp modSp mod">
        <pc:chgData name="Smith, David" userId="846a1c0a-3ddd-4f2e-a4ac-5d295891fe61" providerId="ADAL" clId="{7687B2E3-8A8D-5891-B0CE-002F001EEC83}" dt="2026-09-13T18:34:23.051" v="29" actId="1076"/>
        <pc:sldMkLst>
          <pc:docMk/>
          <pc:sldMk cId="2763501002" sldId="258"/>
        </pc:sldMkLst>
        <pc:spChg chg="mod">
          <ac:chgData name="Smith, David" userId="846a1c0a-3ddd-4f2e-a4ac-5d295891fe61" providerId="ADAL" clId="{7687B2E3-8A8D-5891-B0CE-002F001EEC83}" dt="2026-09-13T18:34:04.278" v="24" actId="20577"/>
          <ac:spMkLst>
            <pc:docMk/>
            <pc:sldMk cId="2763501002" sldId="258"/>
            <ac:spMk id="2" creationId="{4A64606B-D002-5FC8-DAB2-6DDD5ECAB1C2}"/>
          </ac:spMkLst>
        </pc:spChg>
        <pc:picChg chg="add mod">
          <ac:chgData name="Smith, David" userId="846a1c0a-3ddd-4f2e-a4ac-5d295891fe61" providerId="ADAL" clId="{7687B2E3-8A8D-5891-B0CE-002F001EEC83}" dt="2026-09-13T18:34:23.051" v="29" actId="1076"/>
          <ac:picMkLst>
            <pc:docMk/>
            <pc:sldMk cId="2763501002" sldId="258"/>
            <ac:picMk id="5" creationId="{C409FD01-A821-3ABF-1E94-EDE50F8A0AEC}"/>
          </ac:picMkLst>
        </pc:picChg>
      </pc:sldChg>
      <pc:sldChg chg="addSp delSp modSp mod">
        <pc:chgData name="Smith, David" userId="846a1c0a-3ddd-4f2e-a4ac-5d295891fe61" providerId="ADAL" clId="{7687B2E3-8A8D-5891-B0CE-002F001EEC83}" dt="2026-09-13T18:55:22.442" v="541" actId="20577"/>
        <pc:sldMkLst>
          <pc:docMk/>
          <pc:sldMk cId="2902431126" sldId="259"/>
        </pc:sldMkLst>
        <pc:spChg chg="mod">
          <ac:chgData name="Smith, David" userId="846a1c0a-3ddd-4f2e-a4ac-5d295891fe61" providerId="ADAL" clId="{7687B2E3-8A8D-5891-B0CE-002F001EEC83}" dt="2026-09-13T18:42:24.115" v="219" actId="1076"/>
          <ac:spMkLst>
            <pc:docMk/>
            <pc:sldMk cId="2902431126" sldId="259"/>
            <ac:spMk id="2" creationId="{A92939E9-0519-B5B0-83AA-A5374E0B0D94}"/>
          </ac:spMkLst>
        </pc:spChg>
        <pc:spChg chg="add mod">
          <ac:chgData name="Smith, David" userId="846a1c0a-3ddd-4f2e-a4ac-5d295891fe61" providerId="ADAL" clId="{7687B2E3-8A8D-5891-B0CE-002F001EEC83}" dt="2026-09-13T18:55:22.442" v="541" actId="20577"/>
          <ac:spMkLst>
            <pc:docMk/>
            <pc:sldMk cId="2902431126" sldId="259"/>
            <ac:spMk id="5" creationId="{0FEEAD99-59D0-0CB7-91FF-8C6B7884E383}"/>
          </ac:spMkLst>
        </pc:spChg>
        <pc:picChg chg="add mod">
          <ac:chgData name="Smith, David" userId="846a1c0a-3ddd-4f2e-a4ac-5d295891fe61" providerId="ADAL" clId="{7687B2E3-8A8D-5891-B0CE-002F001EEC83}" dt="2026-09-13T18:42:20.998" v="218" actId="1076"/>
          <ac:picMkLst>
            <pc:docMk/>
            <pc:sldMk cId="2902431126" sldId="259"/>
            <ac:picMk id="4" creationId="{F583318C-F75B-3910-EC03-F1C593332005}"/>
          </ac:picMkLst>
        </pc:picChg>
      </pc:sldChg>
      <pc:sldChg chg="addSp delSp modSp mod ord">
        <pc:chgData name="Smith, David" userId="846a1c0a-3ddd-4f2e-a4ac-5d295891fe61" providerId="ADAL" clId="{7687B2E3-8A8D-5891-B0CE-002F001EEC83}" dt="2026-09-14T22:29:16.671" v="2669" actId="20578"/>
        <pc:sldMkLst>
          <pc:docMk/>
          <pc:sldMk cId="352248499" sldId="260"/>
        </pc:sldMkLst>
        <pc:spChg chg="mod">
          <ac:chgData name="Smith, David" userId="846a1c0a-3ddd-4f2e-a4ac-5d295891fe61" providerId="ADAL" clId="{7687B2E3-8A8D-5891-B0CE-002F001EEC83}" dt="2026-09-13T18:36:16.421" v="115" actId="20577"/>
          <ac:spMkLst>
            <pc:docMk/>
            <pc:sldMk cId="352248499" sldId="260"/>
            <ac:spMk id="2" creationId="{A3001637-015C-ECF3-1982-1DC4AC4DC5E2}"/>
          </ac:spMkLst>
        </pc:spChg>
        <pc:spChg chg="add mod">
          <ac:chgData name="Smith, David" userId="846a1c0a-3ddd-4f2e-a4ac-5d295891fe61" providerId="ADAL" clId="{7687B2E3-8A8D-5891-B0CE-002F001EEC83}" dt="2026-09-13T18:39:06.550" v="212" actId="1076"/>
          <ac:spMkLst>
            <pc:docMk/>
            <pc:sldMk cId="352248499" sldId="260"/>
            <ac:spMk id="6" creationId="{70C1F7F5-9DC3-7927-3A02-AC494954013A}"/>
          </ac:spMkLst>
        </pc:spChg>
        <pc:picChg chg="add mod modCrop">
          <ac:chgData name="Smith, David" userId="846a1c0a-3ddd-4f2e-a4ac-5d295891fe61" providerId="ADAL" clId="{7687B2E3-8A8D-5891-B0CE-002F001EEC83}" dt="2026-09-13T18:37:26.699" v="154" actId="1035"/>
          <ac:picMkLst>
            <pc:docMk/>
            <pc:sldMk cId="352248499" sldId="260"/>
            <ac:picMk id="4" creationId="{A1A00EA9-DBCF-406A-C0A5-2AF08F35717C}"/>
          </ac:picMkLst>
        </pc:picChg>
        <pc:picChg chg="add mod modCrop">
          <ac:chgData name="Smith, David" userId="846a1c0a-3ddd-4f2e-a4ac-5d295891fe61" providerId="ADAL" clId="{7687B2E3-8A8D-5891-B0CE-002F001EEC83}" dt="2026-09-13T18:37:26.699" v="154" actId="1035"/>
          <ac:picMkLst>
            <pc:docMk/>
            <pc:sldMk cId="352248499" sldId="260"/>
            <ac:picMk id="5" creationId="{3EDFE2EA-A7A0-DAEC-B0D8-F9684072E8C8}"/>
          </ac:picMkLst>
        </pc:picChg>
      </pc:sldChg>
      <pc:sldChg chg="addSp delSp modSp mod">
        <pc:chgData name="Smith, David" userId="846a1c0a-3ddd-4f2e-a4ac-5d295891fe61" providerId="ADAL" clId="{7687B2E3-8A8D-5891-B0CE-002F001EEC83}" dt="2026-09-14T19:25:36.757" v="870" actId="20577"/>
        <pc:sldMkLst>
          <pc:docMk/>
          <pc:sldMk cId="2220843677" sldId="261"/>
        </pc:sldMkLst>
        <pc:spChg chg="mod">
          <ac:chgData name="Smith, David" userId="846a1c0a-3ddd-4f2e-a4ac-5d295891fe61" providerId="ADAL" clId="{7687B2E3-8A8D-5891-B0CE-002F001EEC83}" dt="2026-09-14T19:25:36.757" v="870" actId="20577"/>
          <ac:spMkLst>
            <pc:docMk/>
            <pc:sldMk cId="2220843677" sldId="261"/>
            <ac:spMk id="2" creationId="{40B2B691-B69D-99A4-408E-E8D937C27B96}"/>
          </ac:spMkLst>
        </pc:spChg>
        <pc:picChg chg="add mod">
          <ac:chgData name="Smith, David" userId="846a1c0a-3ddd-4f2e-a4ac-5d295891fe61" providerId="ADAL" clId="{7687B2E3-8A8D-5891-B0CE-002F001EEC83}" dt="2026-09-13T19:08:14.348" v="559" actId="1076"/>
          <ac:picMkLst>
            <pc:docMk/>
            <pc:sldMk cId="2220843677" sldId="261"/>
            <ac:picMk id="5" creationId="{48E02297-34F2-7337-AAEB-41246BA5FE95}"/>
          </ac:picMkLst>
        </pc:picChg>
        <pc:picChg chg="add mod">
          <ac:chgData name="Smith, David" userId="846a1c0a-3ddd-4f2e-a4ac-5d295891fe61" providerId="ADAL" clId="{7687B2E3-8A8D-5891-B0CE-002F001EEC83}" dt="2026-09-13T19:09:38.464" v="575" actId="1076"/>
          <ac:picMkLst>
            <pc:docMk/>
            <pc:sldMk cId="2220843677" sldId="261"/>
            <ac:picMk id="6" creationId="{3AD51AD6-319E-D390-4C28-FCB6F6CAA900}"/>
          </ac:picMkLst>
        </pc:picChg>
      </pc:sldChg>
      <pc:sldChg chg="addSp delSp modSp new mod">
        <pc:chgData name="Smith, David" userId="846a1c0a-3ddd-4f2e-a4ac-5d295891fe61" providerId="ADAL" clId="{7687B2E3-8A8D-5891-B0CE-002F001EEC83}" dt="2026-09-14T20:39:09.776" v="1844" actId="20577"/>
        <pc:sldMkLst>
          <pc:docMk/>
          <pc:sldMk cId="3649620514" sldId="262"/>
        </pc:sldMkLst>
        <pc:spChg chg="mod">
          <ac:chgData name="Smith, David" userId="846a1c0a-3ddd-4f2e-a4ac-5d295891fe61" providerId="ADAL" clId="{7687B2E3-8A8D-5891-B0CE-002F001EEC83}" dt="2026-09-14T20:39:09.776" v="1844" actId="20577"/>
          <ac:spMkLst>
            <pc:docMk/>
            <pc:sldMk cId="3649620514" sldId="262"/>
            <ac:spMk id="2" creationId="{71B277D8-D5B6-99F6-41FE-5717E2315E16}"/>
          </ac:spMkLst>
        </pc:spChg>
        <pc:spChg chg="add mod">
          <ac:chgData name="Smith, David" userId="846a1c0a-3ddd-4f2e-a4ac-5d295891fe61" providerId="ADAL" clId="{7687B2E3-8A8D-5891-B0CE-002F001EEC83}" dt="2026-09-14T20:00:31.951" v="908" actId="1076"/>
          <ac:spMkLst>
            <pc:docMk/>
            <pc:sldMk cId="3649620514" sldId="262"/>
            <ac:spMk id="29" creationId="{AC53A796-10A1-1081-16AD-B4E02F1DE0CD}"/>
          </ac:spMkLst>
        </pc:spChg>
        <pc:picChg chg="add mod">
          <ac:chgData name="Smith, David" userId="846a1c0a-3ddd-4f2e-a4ac-5d295891fe61" providerId="ADAL" clId="{7687B2E3-8A8D-5891-B0CE-002F001EEC83}" dt="2026-09-14T20:00:36.936" v="909" actId="1076"/>
          <ac:picMkLst>
            <pc:docMk/>
            <pc:sldMk cId="3649620514" sldId="262"/>
            <ac:picMk id="5" creationId="{59AC1AF8-1FD6-C275-D978-5C38FBB70122}"/>
          </ac:picMkLst>
        </pc:picChg>
        <pc:picChg chg="add mod">
          <ac:chgData name="Smith, David" userId="846a1c0a-3ddd-4f2e-a4ac-5d295891fe61" providerId="ADAL" clId="{7687B2E3-8A8D-5891-B0CE-002F001EEC83}" dt="2026-09-14T20:00:22.804" v="905" actId="1076"/>
          <ac:picMkLst>
            <pc:docMk/>
            <pc:sldMk cId="3649620514" sldId="262"/>
            <ac:picMk id="6" creationId="{35335E9A-8024-56D0-2446-DCF262FC7A63}"/>
          </ac:picMkLst>
        </pc:picChg>
        <pc:inkChg chg="add">
          <ac:chgData name="Smith, David" userId="846a1c0a-3ddd-4f2e-a4ac-5d295891fe61" providerId="ADAL" clId="{7687B2E3-8A8D-5891-B0CE-002F001EEC83}" dt="2026-09-13T21:10:39.217" v="650" actId="9405"/>
          <ac:inkMkLst>
            <pc:docMk/>
            <pc:sldMk cId="3649620514" sldId="262"/>
            <ac:inkMk id="8" creationId="{A11FA84D-EFD8-B34C-6F11-7204AEED8831}"/>
          </ac:inkMkLst>
        </pc:inkChg>
        <pc:inkChg chg="add mod">
          <ac:chgData name="Smith, David" userId="846a1c0a-3ddd-4f2e-a4ac-5d295891fe61" providerId="ADAL" clId="{7687B2E3-8A8D-5891-B0CE-002F001EEC83}" dt="2026-09-14T20:00:31.951" v="908" actId="1076"/>
          <ac:inkMkLst>
            <pc:docMk/>
            <pc:sldMk cId="3649620514" sldId="262"/>
            <ac:inkMk id="26" creationId="{55AC0499-4754-B11D-E05F-872CA532E9BD}"/>
          </ac:inkMkLst>
        </pc:inkChg>
        <pc:cxnChg chg="add mod">
          <ac:chgData name="Smith, David" userId="846a1c0a-3ddd-4f2e-a4ac-5d295891fe61" providerId="ADAL" clId="{7687B2E3-8A8D-5891-B0CE-002F001EEC83}" dt="2026-09-14T20:00:41.335" v="910" actId="14100"/>
          <ac:cxnSpMkLst>
            <pc:docMk/>
            <pc:sldMk cId="3649620514" sldId="262"/>
            <ac:cxnSpMk id="17" creationId="{5F1DE8E2-B660-B3E2-3F4A-2AC37BACB971}"/>
          </ac:cxnSpMkLst>
        </pc:cxnChg>
        <pc:cxnChg chg="add mod">
          <ac:chgData name="Smith, David" userId="846a1c0a-3ddd-4f2e-a4ac-5d295891fe61" providerId="ADAL" clId="{7687B2E3-8A8D-5891-B0CE-002F001EEC83}" dt="2026-09-14T20:00:31.951" v="908" actId="1076"/>
          <ac:cxnSpMkLst>
            <pc:docMk/>
            <pc:sldMk cId="3649620514" sldId="262"/>
            <ac:cxnSpMk id="21" creationId="{77197CA0-5D13-95E6-8BF1-08247DB6FBFD}"/>
          </ac:cxnSpMkLst>
        </pc:cxnChg>
        <pc:cxnChg chg="add mod">
          <ac:chgData name="Smith, David" userId="846a1c0a-3ddd-4f2e-a4ac-5d295891fe61" providerId="ADAL" clId="{7687B2E3-8A8D-5891-B0CE-002F001EEC83}" dt="2026-09-14T20:00:31.951" v="908" actId="1076"/>
          <ac:cxnSpMkLst>
            <pc:docMk/>
            <pc:sldMk cId="3649620514" sldId="262"/>
            <ac:cxnSpMk id="24" creationId="{B762DC14-9A8E-8405-3C29-2A8B1A06D27A}"/>
          </ac:cxnSpMkLst>
        </pc:cxnChg>
      </pc:sldChg>
      <pc:sldChg chg="addSp delSp modSp new mod">
        <pc:chgData name="Smith, David" userId="846a1c0a-3ddd-4f2e-a4ac-5d295891fe61" providerId="ADAL" clId="{7687B2E3-8A8D-5891-B0CE-002F001EEC83}" dt="2026-09-13T21:32:18.153" v="772" actId="1076"/>
        <pc:sldMkLst>
          <pc:docMk/>
          <pc:sldMk cId="4004094872" sldId="263"/>
        </pc:sldMkLst>
        <pc:spChg chg="add mod">
          <ac:chgData name="Smith, David" userId="846a1c0a-3ddd-4f2e-a4ac-5d295891fe61" providerId="ADAL" clId="{7687B2E3-8A8D-5891-B0CE-002F001EEC83}" dt="2026-09-13T19:31:39.737" v="623" actId="20577"/>
          <ac:spMkLst>
            <pc:docMk/>
            <pc:sldMk cId="4004094872" sldId="263"/>
            <ac:spMk id="4" creationId="{E9C5FCE3-1807-B151-2A81-949C496E9A1E}"/>
          </ac:spMkLst>
        </pc:spChg>
        <pc:spChg chg="add mod">
          <ac:chgData name="Smith, David" userId="846a1c0a-3ddd-4f2e-a4ac-5d295891fe61" providerId="ADAL" clId="{7687B2E3-8A8D-5891-B0CE-002F001EEC83}" dt="2026-09-13T21:32:16.404" v="771" actId="1076"/>
          <ac:spMkLst>
            <pc:docMk/>
            <pc:sldMk cId="4004094872" sldId="263"/>
            <ac:spMk id="7" creationId="{58C707FA-370D-399A-128D-290154364F4D}"/>
          </ac:spMkLst>
        </pc:spChg>
        <pc:picChg chg="add mod">
          <ac:chgData name="Smith, David" userId="846a1c0a-3ddd-4f2e-a4ac-5d295891fe61" providerId="ADAL" clId="{7687B2E3-8A8D-5891-B0CE-002F001EEC83}" dt="2026-09-13T21:32:18.153" v="772" actId="1076"/>
          <ac:picMkLst>
            <pc:docMk/>
            <pc:sldMk cId="4004094872" sldId="263"/>
            <ac:picMk id="5" creationId="{3E70A6E2-2E1F-B666-86A6-88EE236F3CEE}"/>
          </ac:picMkLst>
        </pc:picChg>
        <pc:picChg chg="add mod modCrop">
          <ac:chgData name="Smith, David" userId="846a1c0a-3ddd-4f2e-a4ac-5d295891fe61" providerId="ADAL" clId="{7687B2E3-8A8D-5891-B0CE-002F001EEC83}" dt="2026-09-13T21:32:16.404" v="771" actId="1076"/>
          <ac:picMkLst>
            <pc:docMk/>
            <pc:sldMk cId="4004094872" sldId="263"/>
            <ac:picMk id="6" creationId="{532346CE-43A9-799E-F834-27530C5F71E1}"/>
          </ac:picMkLst>
        </pc:picChg>
      </pc:sldChg>
      <pc:sldChg chg="addSp delSp modSp new mod">
        <pc:chgData name="Smith, David" userId="846a1c0a-3ddd-4f2e-a4ac-5d295891fe61" providerId="ADAL" clId="{7687B2E3-8A8D-5891-B0CE-002F001EEC83}" dt="2026-09-13T21:43:42.324" v="781" actId="1076"/>
        <pc:sldMkLst>
          <pc:docMk/>
          <pc:sldMk cId="2848777906" sldId="264"/>
        </pc:sldMkLst>
        <pc:spChg chg="add mod">
          <ac:chgData name="Smith, David" userId="846a1c0a-3ddd-4f2e-a4ac-5d295891fe61" providerId="ADAL" clId="{7687B2E3-8A8D-5891-B0CE-002F001EEC83}" dt="2026-09-13T21:43:42.324" v="781" actId="1076"/>
          <ac:spMkLst>
            <pc:docMk/>
            <pc:sldMk cId="2848777906" sldId="264"/>
            <ac:spMk id="5" creationId="{A7552E71-EDB1-5C38-3F8A-D5DE3656D8C6}"/>
          </ac:spMkLst>
        </pc:spChg>
        <pc:picChg chg="add mod">
          <ac:chgData name="Smith, David" userId="846a1c0a-3ddd-4f2e-a4ac-5d295891fe61" providerId="ADAL" clId="{7687B2E3-8A8D-5891-B0CE-002F001EEC83}" dt="2026-09-13T21:43:38.809" v="780" actId="1076"/>
          <ac:picMkLst>
            <pc:docMk/>
            <pc:sldMk cId="2848777906" sldId="264"/>
            <ac:picMk id="6" creationId="{A1E26A53-7B94-9F7A-13ED-02CA0B2E9D50}"/>
          </ac:picMkLst>
        </pc:picChg>
      </pc:sldChg>
      <pc:sldChg chg="addSp delSp modSp new mod">
        <pc:chgData name="Smith, David" userId="846a1c0a-3ddd-4f2e-a4ac-5d295891fe61" providerId="ADAL" clId="{7687B2E3-8A8D-5891-B0CE-002F001EEC83}" dt="2026-09-14T22:22:40.152" v="2501" actId="20577"/>
        <pc:sldMkLst>
          <pc:docMk/>
          <pc:sldMk cId="1287433705" sldId="265"/>
        </pc:sldMkLst>
        <pc:spChg chg="mod">
          <ac:chgData name="Smith, David" userId="846a1c0a-3ddd-4f2e-a4ac-5d295891fe61" providerId="ADAL" clId="{7687B2E3-8A8D-5891-B0CE-002F001EEC83}" dt="2026-09-14T22:07:34.755" v="2057" actId="20577"/>
          <ac:spMkLst>
            <pc:docMk/>
            <pc:sldMk cId="1287433705" sldId="265"/>
            <ac:spMk id="2" creationId="{49E8D1EF-D3DC-6187-A5C6-CB34C2F806C1}"/>
          </ac:spMkLst>
        </pc:spChg>
        <pc:spChg chg="add mod">
          <ac:chgData name="Smith, David" userId="846a1c0a-3ddd-4f2e-a4ac-5d295891fe61" providerId="ADAL" clId="{7687B2E3-8A8D-5891-B0CE-002F001EEC83}" dt="2026-09-14T22:22:40.152" v="2501" actId="20577"/>
          <ac:spMkLst>
            <pc:docMk/>
            <pc:sldMk cId="1287433705" sldId="265"/>
            <ac:spMk id="3" creationId="{1B44463D-AA6D-0745-E21F-065A1D78F135}"/>
          </ac:spMkLst>
        </pc:spChg>
      </pc:sldChg>
      <pc:sldChg chg="modSp new mod ord">
        <pc:chgData name="Smith, David" userId="846a1c0a-3ddd-4f2e-a4ac-5d295891fe61" providerId="ADAL" clId="{7687B2E3-8A8D-5891-B0CE-002F001EEC83}" dt="2026-09-14T22:14:45.079" v="2148" actId="20577"/>
        <pc:sldMkLst>
          <pc:docMk/>
          <pc:sldMk cId="1671572791" sldId="266"/>
        </pc:sldMkLst>
        <pc:spChg chg="mod">
          <ac:chgData name="Smith, David" userId="846a1c0a-3ddd-4f2e-a4ac-5d295891fe61" providerId="ADAL" clId="{7687B2E3-8A8D-5891-B0CE-002F001EEC83}" dt="2026-09-14T22:14:38.167" v="2142" actId="20577"/>
          <ac:spMkLst>
            <pc:docMk/>
            <pc:sldMk cId="1671572791" sldId="266"/>
            <ac:spMk id="2" creationId="{DBE8BBEB-15CF-2781-DAF2-F775923F59CC}"/>
          </ac:spMkLst>
        </pc:spChg>
        <pc:spChg chg="mod">
          <ac:chgData name="Smith, David" userId="846a1c0a-3ddd-4f2e-a4ac-5d295891fe61" providerId="ADAL" clId="{7687B2E3-8A8D-5891-B0CE-002F001EEC83}" dt="2026-09-14T22:14:45.079" v="2148" actId="20577"/>
          <ac:spMkLst>
            <pc:docMk/>
            <pc:sldMk cId="1671572791" sldId="266"/>
            <ac:spMk id="3" creationId="{39990BD9-587C-04DC-4F07-729A786044D5}"/>
          </ac:spMkLst>
        </pc:spChg>
      </pc:sldChg>
      <pc:sldChg chg="modSp new del mod">
        <pc:chgData name="Smith, David" userId="846a1c0a-3ddd-4f2e-a4ac-5d295891fe61" providerId="ADAL" clId="{7687B2E3-8A8D-5891-B0CE-002F001EEC83}" dt="2026-09-14T22:22:50.897" v="2502" actId="2696"/>
        <pc:sldMkLst>
          <pc:docMk/>
          <pc:sldMk cId="3782149656" sldId="267"/>
        </pc:sldMkLst>
      </pc:sldChg>
      <pc:sldChg chg="modSp new mod">
        <pc:chgData name="Smith, David" userId="846a1c0a-3ddd-4f2e-a4ac-5d295891fe61" providerId="ADAL" clId="{7687B2E3-8A8D-5891-B0CE-002F001EEC83}" dt="2026-09-13T21:53:29.810" v="862" actId="20577"/>
        <pc:sldMkLst>
          <pc:docMk/>
          <pc:sldMk cId="1458985991" sldId="268"/>
        </pc:sldMkLst>
        <pc:spChg chg="mod">
          <ac:chgData name="Smith, David" userId="846a1c0a-3ddd-4f2e-a4ac-5d295891fe61" providerId="ADAL" clId="{7687B2E3-8A8D-5891-B0CE-002F001EEC83}" dt="2026-09-13T21:53:29.810" v="862" actId="20577"/>
          <ac:spMkLst>
            <pc:docMk/>
            <pc:sldMk cId="1458985991" sldId="268"/>
            <ac:spMk id="2" creationId="{C210E7B0-0F99-7F7E-E349-7011DE230728}"/>
          </ac:spMkLst>
        </pc:spChg>
      </pc:sldChg>
      <pc:sldChg chg="new">
        <pc:chgData name="Smith, David" userId="846a1c0a-3ddd-4f2e-a4ac-5d295891fe61" providerId="ADAL" clId="{7687B2E3-8A8D-5891-B0CE-002F001EEC83}" dt="2026-09-13T21:33:02.344" v="777" actId="680"/>
        <pc:sldMkLst>
          <pc:docMk/>
          <pc:sldMk cId="1685276392" sldId="269"/>
        </pc:sldMkLst>
      </pc:sldChg>
      <pc:sldChg chg="addSp modSp new mod setBg">
        <pc:chgData name="Smith, David" userId="846a1c0a-3ddd-4f2e-a4ac-5d295891fe61" providerId="ADAL" clId="{7687B2E3-8A8D-5891-B0CE-002F001EEC83}" dt="2026-09-14T20:35:33.293" v="1835" actId="1076"/>
        <pc:sldMkLst>
          <pc:docMk/>
          <pc:sldMk cId="427672964" sldId="270"/>
        </pc:sldMkLst>
        <pc:spChg chg="mod">
          <ac:chgData name="Smith, David" userId="846a1c0a-3ddd-4f2e-a4ac-5d295891fe61" providerId="ADAL" clId="{7687B2E3-8A8D-5891-B0CE-002F001EEC83}" dt="2026-09-14T20:34:49.845" v="1829" actId="1076"/>
          <ac:spMkLst>
            <pc:docMk/>
            <pc:sldMk cId="427672964" sldId="270"/>
            <ac:spMk id="2" creationId="{9CC22377-8DF5-0ECB-39B7-234C1AFC3F17}"/>
          </ac:spMkLst>
        </pc:spChg>
        <pc:spChg chg="mod ord">
          <ac:chgData name="Smith, David" userId="846a1c0a-3ddd-4f2e-a4ac-5d295891fe61" providerId="ADAL" clId="{7687B2E3-8A8D-5891-B0CE-002F001EEC83}" dt="2026-09-14T20:34:54.727" v="1830" actId="1076"/>
          <ac:spMkLst>
            <pc:docMk/>
            <pc:sldMk cId="427672964" sldId="270"/>
            <ac:spMk id="3" creationId="{69615262-C80C-8CA8-B6BB-17096C84282F}"/>
          </ac:spMkLst>
        </pc:spChg>
        <pc:picChg chg="add mod">
          <ac:chgData name="Smith, David" userId="846a1c0a-3ddd-4f2e-a4ac-5d295891fe61" providerId="ADAL" clId="{7687B2E3-8A8D-5891-B0CE-002F001EEC83}" dt="2026-09-14T20:35:00.696" v="1831" actId="1076"/>
          <ac:picMkLst>
            <pc:docMk/>
            <pc:sldMk cId="427672964" sldId="270"/>
            <ac:picMk id="4" creationId="{D9097400-CFA4-CEB4-D6F8-0B8D96EAFA6F}"/>
          </ac:picMkLst>
        </pc:picChg>
        <pc:picChg chg="add mod">
          <ac:chgData name="Smith, David" userId="846a1c0a-3ddd-4f2e-a4ac-5d295891fe61" providerId="ADAL" clId="{7687B2E3-8A8D-5891-B0CE-002F001EEC83}" dt="2026-09-14T20:35:33.293" v="1835" actId="1076"/>
          <ac:picMkLst>
            <pc:docMk/>
            <pc:sldMk cId="427672964" sldId="270"/>
            <ac:picMk id="5" creationId="{4B411C0C-BB67-D020-BD5C-BF87249A1CC6}"/>
          </ac:picMkLst>
        </pc:picChg>
      </pc:sldChg>
      <pc:sldChg chg="modSp new mod ord">
        <pc:chgData name="Smith, David" userId="846a1c0a-3ddd-4f2e-a4ac-5d295891fe61" providerId="ADAL" clId="{7687B2E3-8A8D-5891-B0CE-002F001EEC83}" dt="2026-09-14T22:28:48.727" v="2668" actId="20577"/>
        <pc:sldMkLst>
          <pc:docMk/>
          <pc:sldMk cId="1407643103" sldId="271"/>
        </pc:sldMkLst>
        <pc:spChg chg="mod">
          <ac:chgData name="Smith, David" userId="846a1c0a-3ddd-4f2e-a4ac-5d295891fe61" providerId="ADAL" clId="{7687B2E3-8A8D-5891-B0CE-002F001EEC83}" dt="2026-09-14T20:01:46.127" v="940" actId="20577"/>
          <ac:spMkLst>
            <pc:docMk/>
            <pc:sldMk cId="1407643103" sldId="271"/>
            <ac:spMk id="2" creationId="{95F2E0EC-2695-5B00-B805-72C75248D77D}"/>
          </ac:spMkLst>
        </pc:spChg>
        <pc:spChg chg="mod">
          <ac:chgData name="Smith, David" userId="846a1c0a-3ddd-4f2e-a4ac-5d295891fe61" providerId="ADAL" clId="{7687B2E3-8A8D-5891-B0CE-002F001EEC83}" dt="2026-09-14T22:28:48.727" v="2668" actId="20577"/>
          <ac:spMkLst>
            <pc:docMk/>
            <pc:sldMk cId="1407643103" sldId="271"/>
            <ac:spMk id="3" creationId="{E6B6E984-F03B-2EFC-D150-3F82B74ABE98}"/>
          </ac:spMkLst>
        </pc:spChg>
      </pc:sldChg>
      <pc:sldChg chg="modSp new mod">
        <pc:chgData name="Smith, David" userId="846a1c0a-3ddd-4f2e-a4ac-5d295891fe61" providerId="ADAL" clId="{7687B2E3-8A8D-5891-B0CE-002F001EEC83}" dt="2026-09-14T20:36:13.210" v="1841" actId="20577"/>
        <pc:sldMkLst>
          <pc:docMk/>
          <pc:sldMk cId="190262654" sldId="272"/>
        </pc:sldMkLst>
        <pc:spChg chg="mod">
          <ac:chgData name="Smith, David" userId="846a1c0a-3ddd-4f2e-a4ac-5d295891fe61" providerId="ADAL" clId="{7687B2E3-8A8D-5891-B0CE-002F001EEC83}" dt="2026-09-14T20:03:46.499" v="989" actId="20577"/>
          <ac:spMkLst>
            <pc:docMk/>
            <pc:sldMk cId="190262654" sldId="272"/>
            <ac:spMk id="2" creationId="{9AFADC23-F4A3-AD33-28C7-D3C139CC0986}"/>
          </ac:spMkLst>
        </pc:spChg>
        <pc:spChg chg="mod">
          <ac:chgData name="Smith, David" userId="846a1c0a-3ddd-4f2e-a4ac-5d295891fe61" providerId="ADAL" clId="{7687B2E3-8A8D-5891-B0CE-002F001EEC83}" dt="2026-09-14T20:36:13.210" v="1841" actId="20577"/>
          <ac:spMkLst>
            <pc:docMk/>
            <pc:sldMk cId="190262654" sldId="272"/>
            <ac:spMk id="3" creationId="{681AD259-CDFC-B53E-4467-83DA46E543F9}"/>
          </ac:spMkLst>
        </pc:spChg>
      </pc:sldChg>
      <pc:sldChg chg="addSp delSp modSp new mod">
        <pc:chgData name="Smith, David" userId="846a1c0a-3ddd-4f2e-a4ac-5d295891fe61" providerId="ADAL" clId="{7687B2E3-8A8D-5891-B0CE-002F001EEC83}" dt="2026-09-14T22:06:19.725" v="2024" actId="20577"/>
        <pc:sldMkLst>
          <pc:docMk/>
          <pc:sldMk cId="1725092334" sldId="273"/>
        </pc:sldMkLst>
        <pc:spChg chg="mod">
          <ac:chgData name="Smith, David" userId="846a1c0a-3ddd-4f2e-a4ac-5d295891fe61" providerId="ADAL" clId="{7687B2E3-8A8D-5891-B0CE-002F001EEC83}" dt="2026-09-14T22:06:19.725" v="2024" actId="20577"/>
          <ac:spMkLst>
            <pc:docMk/>
            <pc:sldMk cId="1725092334" sldId="273"/>
            <ac:spMk id="2" creationId="{E228DA20-A074-1902-DDE6-73C86059E7AE}"/>
          </ac:spMkLst>
        </pc:spChg>
        <pc:spChg chg="del">
          <ac:chgData name="Smith, David" userId="846a1c0a-3ddd-4f2e-a4ac-5d295891fe61" providerId="ADAL" clId="{7687B2E3-8A8D-5891-B0CE-002F001EEC83}" dt="2026-09-14T22:00:04.751" v="1854" actId="478"/>
          <ac:spMkLst>
            <pc:docMk/>
            <pc:sldMk cId="1725092334" sldId="273"/>
            <ac:spMk id="3" creationId="{D084C251-A3E8-8EC6-0599-745AB792F04F}"/>
          </ac:spMkLst>
        </pc:spChg>
        <pc:spChg chg="add mod">
          <ac:chgData name="Smith, David" userId="846a1c0a-3ddd-4f2e-a4ac-5d295891fe61" providerId="ADAL" clId="{7687B2E3-8A8D-5891-B0CE-002F001EEC83}" dt="2026-09-14T22:03:10.720" v="2017" actId="20577"/>
          <ac:spMkLst>
            <pc:docMk/>
            <pc:sldMk cId="1725092334" sldId="273"/>
            <ac:spMk id="5" creationId="{4E22A835-4D05-BD09-539F-998BF5D71147}"/>
          </ac:spMkLst>
        </pc:spChg>
        <pc:picChg chg="add mod">
          <ac:chgData name="Smith, David" userId="846a1c0a-3ddd-4f2e-a4ac-5d295891fe61" providerId="ADAL" clId="{7687B2E3-8A8D-5891-B0CE-002F001EEC83}" dt="2026-09-14T22:00:14.140" v="1858" actId="1076"/>
          <ac:picMkLst>
            <pc:docMk/>
            <pc:sldMk cId="1725092334" sldId="273"/>
            <ac:picMk id="4" creationId="{71BB99A4-081F-DFED-BAE7-EB0B45FBC5E6}"/>
          </ac:picMkLst>
        </pc:picChg>
      </pc:sldChg>
      <pc:sldChg chg="addSp delSp modSp new mod">
        <pc:chgData name="Smith, David" userId="846a1c0a-3ddd-4f2e-a4ac-5d295891fe61" providerId="ADAL" clId="{7687B2E3-8A8D-5891-B0CE-002F001EEC83}" dt="2026-09-14T22:12:33.614" v="2123" actId="1076"/>
        <pc:sldMkLst>
          <pc:docMk/>
          <pc:sldMk cId="377349327" sldId="274"/>
        </pc:sldMkLst>
        <pc:spChg chg="mod">
          <ac:chgData name="Smith, David" userId="846a1c0a-3ddd-4f2e-a4ac-5d295891fe61" providerId="ADAL" clId="{7687B2E3-8A8D-5891-B0CE-002F001EEC83}" dt="2026-09-14T22:10:10.922" v="2117" actId="20577"/>
          <ac:spMkLst>
            <pc:docMk/>
            <pc:sldMk cId="377349327" sldId="274"/>
            <ac:spMk id="2" creationId="{E0254E9B-4C17-88F6-F7D1-27B4629F9F98}"/>
          </ac:spMkLst>
        </pc:spChg>
        <pc:spChg chg="del">
          <ac:chgData name="Smith, David" userId="846a1c0a-3ddd-4f2e-a4ac-5d295891fe61" providerId="ADAL" clId="{7687B2E3-8A8D-5891-B0CE-002F001EEC83}" dt="2026-09-14T22:12:16.661" v="2118" actId="478"/>
          <ac:spMkLst>
            <pc:docMk/>
            <pc:sldMk cId="377349327" sldId="274"/>
            <ac:spMk id="3" creationId="{C944A815-73F8-D326-2A70-E7D0B689ACD3}"/>
          </ac:spMkLst>
        </pc:spChg>
        <pc:picChg chg="add mod">
          <ac:chgData name="Smith, David" userId="846a1c0a-3ddd-4f2e-a4ac-5d295891fe61" providerId="ADAL" clId="{7687B2E3-8A8D-5891-B0CE-002F001EEC83}" dt="2026-09-14T22:12:33.614" v="2123" actId="1076"/>
          <ac:picMkLst>
            <pc:docMk/>
            <pc:sldMk cId="377349327" sldId="274"/>
            <ac:picMk id="4" creationId="{104C199F-46A6-0488-4D61-AF1A8F994BAA}"/>
          </ac:picMkLst>
        </pc:picChg>
      </pc:sldChg>
      <pc:sldChg chg="addSp modSp new mod">
        <pc:chgData name="Smith, David" userId="846a1c0a-3ddd-4f2e-a4ac-5d295891fe61" providerId="ADAL" clId="{7687B2E3-8A8D-5891-B0CE-002F001EEC83}" dt="2026-09-14T22:18:16.439" v="2289" actId="1076"/>
        <pc:sldMkLst>
          <pc:docMk/>
          <pc:sldMk cId="2925542604" sldId="275"/>
        </pc:sldMkLst>
        <pc:spChg chg="mod">
          <ac:chgData name="Smith, David" userId="846a1c0a-3ddd-4f2e-a4ac-5d295891fe61" providerId="ADAL" clId="{7687B2E3-8A8D-5891-B0CE-002F001EEC83}" dt="2026-09-14T22:16:40.346" v="2180" actId="1076"/>
          <ac:spMkLst>
            <pc:docMk/>
            <pc:sldMk cId="2925542604" sldId="275"/>
            <ac:spMk id="2" creationId="{E5A09551-C2A7-71D5-AC7D-F452BE7D430D}"/>
          </ac:spMkLst>
        </pc:spChg>
        <pc:spChg chg="mod">
          <ac:chgData name="Smith, David" userId="846a1c0a-3ddd-4f2e-a4ac-5d295891fe61" providerId="ADAL" clId="{7687B2E3-8A8D-5891-B0CE-002F001EEC83}" dt="2026-09-14T22:18:06.072" v="2285" actId="1076"/>
          <ac:spMkLst>
            <pc:docMk/>
            <pc:sldMk cId="2925542604" sldId="275"/>
            <ac:spMk id="3" creationId="{C67C393C-F8FF-CB39-D01A-2046967145E7}"/>
          </ac:spMkLst>
        </pc:spChg>
        <pc:picChg chg="add mod">
          <ac:chgData name="Smith, David" userId="846a1c0a-3ddd-4f2e-a4ac-5d295891fe61" providerId="ADAL" clId="{7687B2E3-8A8D-5891-B0CE-002F001EEC83}" dt="2026-09-14T22:18:16.439" v="2289" actId="1076"/>
          <ac:picMkLst>
            <pc:docMk/>
            <pc:sldMk cId="2925542604" sldId="275"/>
            <ac:picMk id="4" creationId="{24E9B36A-F80A-3C70-F192-97F755BB235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21:10:39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2108 108 24575,'-21'0'0,"-18"0"0,-26 0 0,-28 0 0,43-2 0,0-1 0,-44-3 0,14-7 0,26 0 0,11 3 0,7 1 0,2 5 0,-5-2 0,-2 3 0,-3-2 0,2 1 0,3-1 0,1 0 0,2-2 0,0 1 0,-6 2 0,-5 2 0,-9 2 0,-10 0 0,-4 0 0,-8 0 0,-3 0 0,3 0 0,5 0 0,10 0 0,13 0 0,7 0 0,8 1 0,8 3 0,3 4 0,-1 5 0,-1 4 0,0 3 0,1 4 0,0 8 0,1 12 0,-6 16 0,2 14 0,0 8 0,3-1 0,8-8 0,4-14 0,7-5 0,4 3 0,2 11 0,0 11 0,5 6 0,10-3 0,13-7 0,13-10 0,6-12 0,4-8 0,3-6 0,6-6 0,10-3 0,13-3 0,-35-13 0,3-2 0,6 1 0,2-2 0,5-1 0,1-2 0,3-1 0,-1-2 0,0-1 0,-1-1 0,-3-1 0,0-1 0,-3-1 0,-2 0 0,0-2 0,-1-2 0,-3-3 0,-1-3 0,-3-3 0,-1-5 0,40-24 0,-15-6 0,-9-5 0,-12-1 0,-11-1 0,-7 3 0,-11 5 0,-9 1 0,-7 0 0,-6-7 0,-2-9 0,0-13 0,0-13 0,0-8 0,3 1 0,1 9 0,0 7 0,-1 17 0,-3 12 0,0 16 0,0 14 0,0 4 0,0 4 0,-2 1 0,-2 5 0,-3 3 0,-3 3 0,1-1 0,-1 1 0,0 0 0,0 0 0,0 0 0,0 0 0,3 1 0,2 4 0,2 1 0,2 0 0,1-2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21:17:5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3593 24575,'18'0'0,"29"0"0,30 0 0,-26 0 0,3 0 0,7 0 0,1 0 0,-3 0 0,-1 0 0,-2 0 0,-1 0 0,44 0 0,-16-4 0,-5-8 0,-8-9 0,-3-9 0,-1-8 0,-2-7 0,4-9 0,1-9 0,2-7 0,-5-4 0,-11 5 0,-13 10 0,-10 3 0,-7 0 0,5-7 0,1-6 0,4-7 0,0-3 0,1-5 0,2-6 0,-19 43 0,1-1 0,0-2 0,1-1 0,0-3 0,-1 1 0,0-1 0,0 1 0,-2 3 0,1 2 0,18-41 0,-5 15 0,-2 8 0,-2 9 0,1 2 0,2-2 0,3-5 0,5-12 0,2-5 0,0-8 0,-20 42 0,0-2 0,17-45 0,-1 4 0,-2 10 0,-2 8 0,-1 13 0,-2 7 0,4 3 0,1 2 0,3-2 0,4-2 0,7 1 0,4-4 0,1 3 0,-4 2 0,-7 6 0,-4 3 0,0 2 0,4 1 0,3-1 0,7-1 0,6 1 0,0 4 0,4 5 0,1 7 0,-3 6 0,-1 7 0,-6 4 0,-8 3 0,-3 0 0,-5 1 0,0 7 0,0 13 0,4 14 0,4 16 0,4 13 0,3 9 0,2 8 0,-3 1 0,-3-5 0,0-3 0,-7-5 0,-3-3 0,-5-5 0,-5-3 0,0 3 0,-3 7 0,-1 5 0,-2 6 0,-2 3 0,3 6 0,-12-38 0,2 0 0,1 5 0,2 1 0,0 4 0,1 1 0,2 6 0,0 1 0,3 5 0,0 2 0,1 7 0,1 1 0,0 3 0,2 0 0,-2-4 0,1-3 0,-2-8 0,0-4 0,-3-11 0,0-5 0,14 31 0,-5-20 0,-2-9 0,1-6 0,2 0 0,2-2 0,4 0 0,8 3 0,6 1 0,10 3 0,6 1 0,4 1 0,10-1 0,2-3 0,1-3 0,-2-7 0,-5-6 0,-5-4 0,-5-3 0,-6-2 0,-2-4 0,3-1 0,8-3 0,11-1 0,9-1 0,1-4 0,0-2 0,-4-2 0,-7 0 0,-2-2 0,-5-2 0,-3-3 0,0 0 0,-7 0 0,-3 0 0,-6 0 0,-3 0 0,0 0 0,0 0 0,-2 0 0,-4 0 0,-8 0 0,-8 0 0,-14 0 0,-8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D55F-EEED-6C8F-F974-5AC99CB6C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A75E6-BA1E-B58A-FC30-41DE985F5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EDBAA-02C2-E488-CEE0-2DB35C90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99D96-778A-9216-B2AE-315D95D9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AE453-63ED-E2AF-8086-0B73AE8BE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7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97D4-F7A5-93C5-5AC4-327FB75E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800DD-C670-AAEC-ECF5-F0E5F89BA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0C97A-583F-FD70-53A6-E36F4B06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DA9D-EC8E-D759-695C-D43AD38C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09875-3BCE-568B-7BC1-18DBEAA9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9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5D277-E1A2-3517-15A2-D6936C2B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6C0C7-D049-40F1-C365-EC9B03E16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ABB3-BC81-C5EB-0272-FB05AFDE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13A37-0A62-E9C8-C4E8-40101147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5A2FA-14D2-E6DB-9861-764474A0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1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8215-0C1D-4311-59F7-5ED71EE6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331A-3DFE-E330-AD37-91A4DB770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5CE89-B733-1E9B-AFC0-2B38363FB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4DDEB-238D-FBB4-9CFD-C0899F271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2CCFC-8B97-36FB-ECF4-B3B5E13C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49D65-5171-1D38-C90F-5FE5F4B0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5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08358-FC33-27FA-5733-A15E55EC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0D5D-D74D-E462-80E3-BA1B54E96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D71D7-C4D9-3B7C-50A0-A026D7853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7BF31-BF7D-4E70-3B5C-A31DF9522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5A1739-D2B5-B26B-83EF-7A622C727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CED45-D617-272C-0AF7-08443C99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4656F-08E0-AE9C-E7E6-8EAA0B70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6E3A8-2B1D-36B8-F8A3-4BEC15E7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0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0617-9CCC-2F13-FF62-62DC263E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4D91-8091-02BD-74BC-82DA7369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4DF75-46C5-D90C-65F4-55FF856AD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122D3-E899-733A-AE2E-16F03272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3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A44DB-86B8-B3B5-D794-DB9144F8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218DA-A76F-BDA8-3668-9FFC17EA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9EEC7-A4AB-4A65-9B44-9AA86C67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6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078B-EFEE-06B8-50FE-68A70BB3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01898-0C3C-1371-984D-61CE3439E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994DE-3EA0-29C9-8599-91F740F10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3371E-5F29-5383-7190-3E7C367C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E44DD-80EA-BDAF-B0F5-17EA74C6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61B1D-0B04-918D-7B3D-3923C018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8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D8AE-2563-2DA6-6CCE-88653574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0120C4-D9E1-DFA9-1237-47450B46E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68CA7-77CF-98DF-32A4-EB93CBF73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92C8C-2897-9A2E-F404-55444360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3B079-9F94-3D91-BE66-41773251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ACDBF-B570-7E0E-9A95-0CC5FC8A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7D40-ED8A-21F0-7520-036C269D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3423D-B128-9FE2-DDEE-9441B5898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E68E6-6A3D-22EB-E0DB-DBBA803B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75894-61B2-E5F1-7A73-ED281B14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FC422-9569-9ADD-2DD7-6DC64F8D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91631-6B22-C7AE-3D13-54EF57A59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36E2C-67CB-8BFE-C9A3-6A7F7794E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1DCF9-1E85-69E8-5D89-7D3CEE33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39690-3DB2-C2F1-793F-06A3D140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430F8-355E-4C57-0FDE-28A0F09D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2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3BF84-DCD1-3C26-FA28-5E93A618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1DEB7-A0D6-C56D-0FB6-F903071BF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241C3-51FA-61AA-B2CD-A2A39CFDA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11833-77EB-6705-25CC-6337F6222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0E4AC-E9B2-FC80-6E11-FFB1364FA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1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tuartlab.org/signac/articles/pbmc_vignet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80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enome.ucsc.edu/" TargetMode="External"/><Relationship Id="rId2" Type="http://schemas.openxmlformats.org/officeDocument/2006/relationships/hyperlink" Target="https://www.encode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aspar.elixir.no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stalab.github.io/scMEGA/" TargetMode="External"/><Relationship Id="rId2" Type="http://schemas.openxmlformats.org/officeDocument/2006/relationships/hyperlink" Target="https://github.com/wbaopaul/scATAC-pr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rchrproject.com/index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A5DF-AD3D-0807-0586-639E8BA15D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Epigenetic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6133-C72E-52D6-877F-58CFB54490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71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18F2-133B-B8B2-E557-A01B0FC3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31435-27FB-CD55-25F8-9054F1C61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ATAC-seq Basics</a:t>
            </a:r>
          </a:p>
          <a:p>
            <a:r>
              <a:rPr lang="en-US" dirty="0"/>
              <a:t>Annotation</a:t>
            </a:r>
          </a:p>
          <a:p>
            <a:r>
              <a:rPr lang="en-US" dirty="0"/>
              <a:t>Resources</a:t>
            </a:r>
          </a:p>
          <a:p>
            <a:r>
              <a:rPr lang="en-US" dirty="0"/>
              <a:t>Multimodal analysis</a:t>
            </a:r>
          </a:p>
        </p:txBody>
      </p:sp>
    </p:spTree>
    <p:extLst>
      <p:ext uri="{BB962C8B-B14F-4D97-AF65-F5344CB8AC3E}">
        <p14:creationId xmlns:p14="http://schemas.microsoft.com/office/powerpoint/2010/main" val="876157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606B-D002-5FC8-DAB2-6DDD5ECA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ATAC measure?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9FD01-A821-3ABF-1E94-EDE50F8A0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146" y="1544773"/>
            <a:ext cx="5893707" cy="48324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B6A1B7-AF40-D96D-09DA-5040371731E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76350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1637-015C-ECF3-1982-1DC4AC4D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scATAC</a:t>
            </a:r>
            <a:r>
              <a:rPr lang="en-US" dirty="0"/>
              <a:t>-seq is very sensitive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00EA9-DBCF-406A-C0A5-2AF08F35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2" t="41910" r="59475" b="33076"/>
          <a:stretch>
            <a:fillRect/>
          </a:stretch>
        </p:blipFill>
        <p:spPr>
          <a:xfrm>
            <a:off x="4663826" y="2411158"/>
            <a:ext cx="3280430" cy="2399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DFE2EA-A7A0-DAEC-B0D8-F9684072E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64" t="68187" r="10261"/>
          <a:stretch>
            <a:fillRect/>
          </a:stretch>
        </p:blipFill>
        <p:spPr>
          <a:xfrm>
            <a:off x="8385243" y="2329716"/>
            <a:ext cx="3635829" cy="2724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C1F7F5-9DC3-7927-3A02-AC494954013A}"/>
              </a:ext>
            </a:extLst>
          </p:cNvPr>
          <p:cNvSpPr txBox="1"/>
          <p:nvPr/>
        </p:nvSpPr>
        <p:spPr>
          <a:xfrm>
            <a:off x="6763657" y="6294790"/>
            <a:ext cx="5428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Gur ER, Hughes JR </a:t>
            </a:r>
            <a:r>
              <a:rPr lang="en-US" sz="1200" b="1" dirty="0"/>
              <a:t>Scientific Reports</a:t>
            </a:r>
            <a:r>
              <a:rPr lang="en-US" sz="1200" dirty="0"/>
              <a:t> (2025)</a:t>
            </a:r>
            <a:endParaRPr 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DADA0-C42C-ACDF-EEF2-59A164B7770F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  <p:pic>
        <p:nvPicPr>
          <p:cNvPr id="8" name="Picture 7" descr="A collage of different colored graphs&#10;&#10;AI-generated content may be incorrect.">
            <a:extLst>
              <a:ext uri="{FF2B5EF4-FFF2-40B4-BE49-F238E27FC236}">
                <a16:creationId xmlns:a16="http://schemas.microsoft.com/office/drawing/2014/main" id="{F5BAD05B-785C-BF84-2A72-43D11942BC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19" t="1560" r="53307" b="57589"/>
          <a:stretch>
            <a:fillRect/>
          </a:stretch>
        </p:blipFill>
        <p:spPr>
          <a:xfrm>
            <a:off x="170928" y="1967687"/>
            <a:ext cx="4300683" cy="404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48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2E0EC-2695-5B00-B805-72C75248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E984-F03B-2EFC-D150-3F82B74AB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.bam</a:t>
            </a:r>
          </a:p>
          <a:p>
            <a:pPr lvl="1"/>
            <a:r>
              <a:rPr lang="en-US" dirty="0"/>
              <a:t>Binary alignment file. Contains the coordinates of where fragments align to the genome reference as well quality scores and mismatches for each base. </a:t>
            </a:r>
          </a:p>
          <a:p>
            <a:r>
              <a:rPr lang="en-US" dirty="0"/>
              <a:t>.bed</a:t>
            </a:r>
          </a:p>
          <a:p>
            <a:pPr lvl="1"/>
            <a:r>
              <a:rPr lang="en-US" dirty="0"/>
              <a:t>Tab-delimited file with “chromosome”, “start”, “stop”, and some measurement variable(s). Rows are fragments.</a:t>
            </a:r>
          </a:p>
          <a:p>
            <a:r>
              <a:rPr lang="en-US" dirty="0"/>
              <a:t>.wig</a:t>
            </a:r>
          </a:p>
          <a:p>
            <a:pPr lvl="1"/>
            <a:r>
              <a:rPr lang="en-US" dirty="0"/>
              <a:t>“wiggle”</a:t>
            </a:r>
          </a:p>
          <a:p>
            <a:pPr lvl="1"/>
            <a:r>
              <a:rPr lang="en-US" dirty="0"/>
              <a:t>Formatted for plotting. Data are represented by genomic intervals.</a:t>
            </a:r>
          </a:p>
          <a:p>
            <a:r>
              <a:rPr lang="en-US" dirty="0"/>
              <a:t>.bigwig</a:t>
            </a:r>
          </a:p>
          <a:p>
            <a:pPr lvl="1"/>
            <a:r>
              <a:rPr lang="en-US" dirty="0"/>
              <a:t>Binarized version of .wig</a:t>
            </a:r>
          </a:p>
          <a:p>
            <a:pPr lvl="1"/>
            <a:r>
              <a:rPr lang="en-US" dirty="0"/>
              <a:t>Faster loading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A0C0-A0CA-0F45-C0D0-178EF8EC9AED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407643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39E9-0519-B5B0-83AA-A5374E0B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811"/>
            <a:ext cx="10515600" cy="1325563"/>
          </a:xfrm>
        </p:spPr>
        <p:txBody>
          <a:bodyPr/>
          <a:lstStyle/>
          <a:p>
            <a:r>
              <a:rPr lang="en-US" dirty="0"/>
              <a:t>What does data look like?</a:t>
            </a:r>
          </a:p>
        </p:txBody>
      </p:sp>
      <p:pic>
        <p:nvPicPr>
          <p:cNvPr id="4" name="Picture 3" descr="10.1 The Iterative Overlap Peak Merging Procedure | ArchR: Robust and  scaleable analysis of single-cell chromatin accessibility data.">
            <a:extLst>
              <a:ext uri="{FF2B5EF4-FFF2-40B4-BE49-F238E27FC236}">
                <a16:creationId xmlns:a16="http://schemas.microsoft.com/office/drawing/2014/main" id="{F583318C-F75B-3910-EC03-F1C593332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1374"/>
            <a:ext cx="4857750" cy="5238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EEAD99-59D0-0CB7-91FF-8C6B7884E383}"/>
              </a:ext>
            </a:extLst>
          </p:cNvPr>
          <p:cNvSpPr txBox="1"/>
          <p:nvPr/>
        </p:nvSpPr>
        <p:spPr>
          <a:xfrm>
            <a:off x="6096000" y="1698171"/>
            <a:ext cx="54718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 err="1"/>
              <a:t>chrN</a:t>
            </a:r>
            <a:r>
              <a:rPr lang="en-US" dirty="0"/>
              <a:t>:[start]-[end]”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&gt;100k peaks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 single, diploid cell, there are 2 possible locations to detect peaks. However, multiple fragments can reside within the same peak.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Basically, any given observation usually ranges 0-2+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start, all we know are genomic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9E88B-295B-E745-8DD9-6438C0BD2AE2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902431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B691-B69D-99A4-408E-E8D937C2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439"/>
            <a:ext cx="10515600" cy="1325563"/>
          </a:xfrm>
        </p:spPr>
        <p:txBody>
          <a:bodyPr/>
          <a:lstStyle/>
          <a:p>
            <a:r>
              <a:rPr lang="en-US" dirty="0" err="1"/>
              <a:t>CellRanger</a:t>
            </a:r>
            <a:r>
              <a:rPr lang="en-US" dirty="0"/>
              <a:t>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02297-34F2-7337-AAEB-41246BA5F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56" y="1690688"/>
            <a:ext cx="7772400" cy="3854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D51AD6-319E-D390-4C28-FCB6F6CAA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364" y="2138647"/>
            <a:ext cx="3110449" cy="34063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7629DB-693A-D5BF-5C09-034ACA6A83F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22084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2377-8DF5-0ECB-39B7-234C1AFC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92"/>
            <a:ext cx="10515600" cy="1325563"/>
          </a:xfrm>
        </p:spPr>
        <p:txBody>
          <a:bodyPr/>
          <a:lstStyle/>
          <a:p>
            <a:r>
              <a:rPr lang="en-US" dirty="0"/>
              <a:t>QC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15262-C80C-8CA8-B6BB-17096C842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979"/>
            <a:ext cx="10515600" cy="1044575"/>
          </a:xfrm>
        </p:spPr>
        <p:txBody>
          <a:bodyPr/>
          <a:lstStyle/>
          <a:p>
            <a:r>
              <a:rPr lang="en-US" dirty="0"/>
              <a:t>Use Signac (R library)</a:t>
            </a:r>
          </a:p>
          <a:p>
            <a:pPr lvl="1"/>
            <a:r>
              <a:rPr lang="en-US" dirty="0">
                <a:hlinkClick r:id="rId2"/>
              </a:rPr>
              <a:t>https://stuartlab.org/signac/articles/pbmc_vignette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97400-CFA4-CEB4-D6F8-0B8D96EAF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28" y="2722433"/>
            <a:ext cx="5719997" cy="3610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11C0C-BB67-D020-BD5C-BF87249A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268" y="2905996"/>
            <a:ext cx="5747604" cy="3473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6CCC6C-6ED6-8A56-E21F-224E8A35631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27672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DC23-F4A3-AD33-28C7-D3C139CC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AD259-CDFC-B53E-4467-83DA46E5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scRNA</a:t>
            </a:r>
            <a:r>
              <a:rPr lang="en-US" dirty="0"/>
              <a:t>-seq: Normalize &gt; Scale &gt; PCA</a:t>
            </a:r>
          </a:p>
          <a:p>
            <a:r>
              <a:rPr lang="en-US" dirty="0" err="1"/>
              <a:t>scATAC</a:t>
            </a:r>
            <a:r>
              <a:rPr lang="en-US" dirty="0"/>
              <a:t>-seq: TF-IDF &gt; SVD: latent semantic indexing (LSI)</a:t>
            </a:r>
          </a:p>
          <a:p>
            <a:pPr lvl="1"/>
            <a:r>
              <a:rPr lang="en-US" dirty="0"/>
              <a:t>PCA is SVD run on the centered (the scaling step) data.</a:t>
            </a:r>
          </a:p>
          <a:p>
            <a:r>
              <a:rPr lang="en-US" dirty="0"/>
              <a:t>Term Frequency–Inverse Document Frequency (TF-IDF)</a:t>
            </a:r>
          </a:p>
          <a:p>
            <a:pPr lvl="1"/>
            <a:r>
              <a:rPr lang="en-US" dirty="0"/>
              <a:t>TF = Normalize each peak to total cell fragments</a:t>
            </a:r>
          </a:p>
          <a:p>
            <a:pPr lvl="1"/>
            <a:r>
              <a:rPr lang="en-US" dirty="0"/>
              <a:t>IDF = Weight each peak by the frequency it occurs across all other cells</a:t>
            </a:r>
          </a:p>
          <a:p>
            <a:pPr lvl="1"/>
            <a:r>
              <a:rPr lang="en-US" dirty="0"/>
              <a:t>The goal is to (1) make cells comparable and (2) amplify rare peaks and dampen ubiquitous peaks</a:t>
            </a:r>
          </a:p>
          <a:p>
            <a:r>
              <a:rPr lang="en-US" dirty="0"/>
              <a:t>We skip scaling because it kind of destroys the intention of IDF normalization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93BB6-1C52-447E-25EB-323E2337ED62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90262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DA20-A074-1902-DDE6-73C86059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B99A4-081F-DFED-BAE7-EB0B45FBC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720"/>
            <a:ext cx="5211119" cy="41747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22A835-4D05-BD09-539F-998BF5D71147}"/>
              </a:ext>
            </a:extLst>
          </p:cNvPr>
          <p:cNvSpPr txBox="1"/>
          <p:nvPr/>
        </p:nvSpPr>
        <p:spPr>
          <a:xfrm>
            <a:off x="5966085" y="3429000"/>
            <a:ext cx="56662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Peak annotations from ENCODE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Signac or </a:t>
            </a:r>
            <a:r>
              <a:rPr lang="en-US" dirty="0" err="1"/>
              <a:t>ArchR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Neighbors/clustering/UMAP calculated from LSI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Differential abundance, same statistical test as </a:t>
            </a:r>
            <a:r>
              <a:rPr lang="en-US" dirty="0" err="1"/>
              <a:t>scRNA</a:t>
            </a:r>
            <a:r>
              <a:rPr lang="en-US" dirty="0"/>
              <a:t>-seq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342E4-C0E7-C4AF-31FF-7D924F6A411E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/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72509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45179C4-67CC-9551-2C9D-75ADC53C36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36"/>
          <a:stretch>
            <a:fillRect/>
          </a:stretch>
        </p:blipFill>
        <p:spPr bwMode="auto">
          <a:xfrm>
            <a:off x="226797" y="3064475"/>
            <a:ext cx="5364797" cy="203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20D6F3-4253-66A8-1B1E-F567EE911D43}"/>
              </a:ext>
            </a:extLst>
          </p:cNvPr>
          <p:cNvSpPr/>
          <p:nvPr/>
        </p:nvSpPr>
        <p:spPr>
          <a:xfrm>
            <a:off x="3534032" y="2854411"/>
            <a:ext cx="2446638" cy="469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31BA36-FE87-5644-3E4F-E31A46DB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Analysis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0EE07-9D61-BBE7-939F-454FA1359481}"/>
              </a:ext>
            </a:extLst>
          </p:cNvPr>
          <p:cNvSpPr txBox="1"/>
          <p:nvPr/>
        </p:nvSpPr>
        <p:spPr>
          <a:xfrm>
            <a:off x="5966085" y="3429000"/>
            <a:ext cx="5666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Accessibility ~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analyses where you’re using marker genes, you can use accessibility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 set enrichment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Cell typing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Network/graph interactions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32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77D8-D5B6-99F6-41FE-5717E231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Footprints</a:t>
            </a:r>
          </a:p>
        </p:txBody>
      </p:sp>
      <p:pic>
        <p:nvPicPr>
          <p:cNvPr id="5" name="Picture 4" descr="Chapter 16 Footprinting with ArchR | ArchR: Robust and scaleable ...">
            <a:extLst>
              <a:ext uri="{FF2B5EF4-FFF2-40B4-BE49-F238E27FC236}">
                <a16:creationId xmlns:a16="http://schemas.microsoft.com/office/drawing/2014/main" id="{59AC1AF8-1FD6-C275-D978-5C38FBB70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096" y="2278742"/>
            <a:ext cx="3455307" cy="39489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335E9A-8024-56D0-2446-DCF262FC7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42" y="2278742"/>
            <a:ext cx="3416300" cy="3429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11FA84D-EFD8-B34C-6F11-7204AEED8831}"/>
                  </a:ext>
                </a:extLst>
              </p14:cNvPr>
              <p14:cNvContentPartPr/>
              <p14:nvPr/>
            </p14:nvContentPartPr>
            <p14:xfrm>
              <a:off x="2984766" y="3749120"/>
              <a:ext cx="758880" cy="531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11FA84D-EFD8-B34C-6F11-7204AEED88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78646" y="3743000"/>
                <a:ext cx="771120" cy="54360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5F1DE8E2-B660-B3E2-3F4A-2AC37BACB971}"/>
              </a:ext>
            </a:extLst>
          </p:cNvPr>
          <p:cNvCxnSpPr>
            <a:cxnSpLocks/>
          </p:cNvCxnSpPr>
          <p:nvPr/>
        </p:nvCxnSpPr>
        <p:spPr>
          <a:xfrm>
            <a:off x="3743646" y="4014800"/>
            <a:ext cx="1400914" cy="1166800"/>
          </a:xfrm>
          <a:prstGeom prst="curvedConnector3">
            <a:avLst>
              <a:gd name="adj1" fmla="val 50000"/>
            </a:avLst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197CA0-5D13-95E6-8BF1-08247DB6FBFD}"/>
              </a:ext>
            </a:extLst>
          </p:cNvPr>
          <p:cNvCxnSpPr>
            <a:cxnSpLocks/>
          </p:cNvCxnSpPr>
          <p:nvPr/>
        </p:nvCxnSpPr>
        <p:spPr>
          <a:xfrm>
            <a:off x="9033329" y="4538976"/>
            <a:ext cx="0" cy="16110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762DC14-9A8E-8405-3C29-2A8B1A06D27A}"/>
              </a:ext>
            </a:extLst>
          </p:cNvPr>
          <p:cNvCxnSpPr>
            <a:cxnSpLocks/>
          </p:cNvCxnSpPr>
          <p:nvPr/>
        </p:nvCxnSpPr>
        <p:spPr>
          <a:xfrm>
            <a:off x="9033329" y="6150063"/>
            <a:ext cx="26706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5AC0499-4754-B11D-E05F-872CA532E9BD}"/>
                  </a:ext>
                </a:extLst>
              </p14:cNvPr>
              <p14:cNvContentPartPr/>
              <p14:nvPr/>
            </p14:nvContentPartPr>
            <p14:xfrm>
              <a:off x="9096866" y="4754394"/>
              <a:ext cx="2712960" cy="1333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5AC0499-4754-B11D-E05F-872CA532E9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90745" y="4748274"/>
                <a:ext cx="2725202" cy="134604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C53A796-10A1-1081-16AD-B4E02F1DE0CD}"/>
              </a:ext>
            </a:extLst>
          </p:cNvPr>
          <p:cNvSpPr txBox="1"/>
          <p:nvPr/>
        </p:nvSpPr>
        <p:spPr>
          <a:xfrm>
            <a:off x="9483271" y="4234177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1AA5B-855B-1CEB-D49E-FECC24613233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/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64962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C5FCE3-1807-B151-2A81-949C496E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Annotations: Motif Enrichment</a:t>
            </a:r>
          </a:p>
        </p:txBody>
      </p:sp>
      <p:pic>
        <p:nvPicPr>
          <p:cNvPr id="5" name="Picture 4" descr="Position weight matrix (PWM) model for representing transcription... |  Download Scientific Diagram">
            <a:extLst>
              <a:ext uri="{FF2B5EF4-FFF2-40B4-BE49-F238E27FC236}">
                <a16:creationId xmlns:a16="http://schemas.microsoft.com/office/drawing/2014/main" id="{3E70A6E2-2E1F-B666-86A6-88EE236F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813833"/>
            <a:ext cx="5397500" cy="4267200"/>
          </a:xfrm>
          <a:prstGeom prst="rect">
            <a:avLst/>
          </a:prstGeom>
        </p:spPr>
      </p:pic>
      <p:pic>
        <p:nvPicPr>
          <p:cNvPr id="6" name="Picture 5" descr="Fig. 1: The SCENIC+ workflow and motif collection.">
            <a:extLst>
              <a:ext uri="{FF2B5EF4-FFF2-40B4-BE49-F238E27FC236}">
                <a16:creationId xmlns:a16="http://schemas.microsoft.com/office/drawing/2014/main" id="{532346CE-43A9-799E-F834-27530C5F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323" b="80475"/>
          <a:stretch>
            <a:fillRect/>
          </a:stretch>
        </p:blipFill>
        <p:spPr>
          <a:xfrm>
            <a:off x="6362700" y="3025447"/>
            <a:ext cx="5397500" cy="20224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C707FA-370D-399A-128D-290154364F4D}"/>
              </a:ext>
            </a:extLst>
          </p:cNvPr>
          <p:cNvSpPr txBox="1"/>
          <p:nvPr/>
        </p:nvSpPr>
        <p:spPr>
          <a:xfrm>
            <a:off x="7024914" y="2656115"/>
            <a:ext cx="442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a bunch of </a:t>
            </a:r>
            <a:r>
              <a:rPr lang="en-US" dirty="0" err="1"/>
              <a:t>ChIP</a:t>
            </a:r>
            <a:r>
              <a:rPr lang="en-US" dirty="0"/>
              <a:t>-seq experiments…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7BDEA-17BE-270E-89EC-68DE365AFF70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/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00409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552E71-EDB1-5C38-3F8A-D5DE3656D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Annotations: Motif Enrichment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E26A53-7B94-9F7A-13ED-02CA0B2E9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85" y="1152492"/>
            <a:ext cx="7772400" cy="54819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220090-7F7A-31C7-7C1F-6D979C55B2B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/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848777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BBEB-15CF-2781-DAF2-F775923F5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90BD9-587C-04DC-4F07-729A78604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</a:t>
            </a:r>
          </a:p>
          <a:p>
            <a:pPr lvl="1"/>
            <a:r>
              <a:rPr lang="en-US" dirty="0">
                <a:hlinkClick r:id="rId2"/>
              </a:rPr>
              <a:t>https://www.encodeproject.org/</a:t>
            </a:r>
            <a:endParaRPr lang="en-US" dirty="0"/>
          </a:p>
          <a:p>
            <a:r>
              <a:rPr lang="en-US" dirty="0"/>
              <a:t>UCSC</a:t>
            </a:r>
          </a:p>
          <a:p>
            <a:pPr lvl="1"/>
            <a:r>
              <a:rPr lang="en-US" dirty="0">
                <a:hlinkClick r:id="rId3"/>
              </a:rPr>
              <a:t>https://genome.ucsc.edu/</a:t>
            </a:r>
            <a:endParaRPr lang="en-US" dirty="0"/>
          </a:p>
          <a:p>
            <a:r>
              <a:rPr lang="en-US" dirty="0"/>
              <a:t>JASPAR</a:t>
            </a:r>
          </a:p>
          <a:p>
            <a:pPr lvl="1"/>
            <a:r>
              <a:rPr lang="en-US" dirty="0">
                <a:hlinkClick r:id="rId4"/>
              </a:rPr>
              <a:t>https://jaspar.elixir.no/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1B716-8F65-7211-13E2-5378E694A403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/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671572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4E9B-4C17-88F6-F7D1-27B4629F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Resources: UCSC Genome Browser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C199F-46A6-0488-4D61-AF1A8F99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37" y="1445148"/>
            <a:ext cx="11784925" cy="4904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408F6E-5E30-4869-0F0F-754C9C586234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/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7734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09551-C2A7-71D5-AC7D-F452BE7D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Resources: UCSC Genome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C393C-F8FF-CB39-D01A-204696714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625"/>
            <a:ext cx="10515600" cy="942975"/>
          </a:xfrm>
        </p:spPr>
        <p:txBody>
          <a:bodyPr/>
          <a:lstStyle/>
          <a:p>
            <a:r>
              <a:rPr lang="en-US" dirty="0"/>
              <a:t>Huge bias of species for transcription factor motifs, enhancer annotations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9B36A-F80A-3C70-F192-97F755BB2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33" y="2310292"/>
            <a:ext cx="10801734" cy="36707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F3123E-A9CC-79E6-003D-0A43BF4739D1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/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925542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D1EF-D3DC-6187-A5C6-CB34C2F80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Favorite Software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4463D-AA6D-0745-E21F-065A1D78F135}"/>
              </a:ext>
            </a:extLst>
          </p:cNvPr>
          <p:cNvSpPr txBox="1"/>
          <p:nvPr/>
        </p:nvSpPr>
        <p:spPr>
          <a:xfrm>
            <a:off x="389744" y="1813810"/>
            <a:ext cx="113175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Signac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Great support, vignettes and integrates with Seurat.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scATAC</a:t>
            </a:r>
            <a:r>
              <a:rPr lang="en-US" dirty="0"/>
              <a:t>-pro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https://github.com/wbaopaul/scATAC-pro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Dockerized</a:t>
            </a:r>
            <a:r>
              <a:rPr lang="en-US" dirty="0"/>
              <a:t>, very thorough analysis and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scMEGA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endParaRPr lang="en-US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https://costalab.github.io/scMEGA/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Integrated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archR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https://www.archrproject.com/index.html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Versatile suite for processing, like Seurat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DBF0C-F733-7C0B-3771-A496D5E67433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/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287433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E7B0-0F99-7F7E-E349-7011DE230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7D4CA-E18E-18EB-9F21-822276D9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416175"/>
            <a:ext cx="10287000" cy="407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F45DC9-0904-924C-DCC7-9D4331816DA0}"/>
              </a:ext>
            </a:extLst>
          </p:cNvPr>
          <p:cNvSpPr txBox="1"/>
          <p:nvPr/>
        </p:nvSpPr>
        <p:spPr>
          <a:xfrm>
            <a:off x="1581665" y="1828800"/>
            <a:ext cx="480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AEAC9-D975-7729-0678-085172A1AD81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458985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9DE839-BABD-C838-3CC9-70A1F574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Multimodal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CB81D-D93B-6710-E5D9-792DDAAB37AE}"/>
              </a:ext>
            </a:extLst>
          </p:cNvPr>
          <p:cNvSpPr txBox="1"/>
          <p:nvPr/>
        </p:nvSpPr>
        <p:spPr>
          <a:xfrm>
            <a:off x="1581665" y="1828800"/>
            <a:ext cx="480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RNA + ATAC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91F273-0EC6-870D-5112-772EBF4D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336244"/>
            <a:ext cx="10306050" cy="4019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E00DBA-C4BC-8313-80E5-5F41BFCDB86B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685276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5D7E-AA1A-D2BB-1835-3F02C213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E75499-DB3D-B7FA-8B3F-4D65C6B7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Multimodal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D4CF-9EAE-5A25-A294-C6AFD159B7C2}"/>
              </a:ext>
            </a:extLst>
          </p:cNvPr>
          <p:cNvSpPr txBox="1"/>
          <p:nvPr/>
        </p:nvSpPr>
        <p:spPr>
          <a:xfrm>
            <a:off x="1581665" y="1828800"/>
            <a:ext cx="480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RNA + ATAC, integrated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F5915-1823-2B0E-6D43-A46EED5E1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2336244"/>
            <a:ext cx="10239375" cy="3971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B76103-DFF6-7272-FC9A-98A2A02D7E6A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989800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08E7-B25C-5C30-EA08-DB95C6E9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19" y="0"/>
            <a:ext cx="7367080" cy="1325563"/>
          </a:xfrm>
        </p:spPr>
        <p:txBody>
          <a:bodyPr/>
          <a:lstStyle/>
          <a:p>
            <a:pPr algn="ctr"/>
            <a:r>
              <a:rPr lang="en-US" dirty="0"/>
              <a:t>All together: regulons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67488-E9F3-9E49-DE30-DFFF9E64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53" y="0"/>
            <a:ext cx="411663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CB418F-81F6-79C2-329B-93D4831BED9B}"/>
              </a:ext>
            </a:extLst>
          </p:cNvPr>
          <p:cNvSpPr txBox="1"/>
          <p:nvPr/>
        </p:nvSpPr>
        <p:spPr>
          <a:xfrm>
            <a:off x="6828817" y="6360849"/>
            <a:ext cx="52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González-Blas CD, et al. </a:t>
            </a:r>
            <a:r>
              <a:rPr lang="en-US" sz="1100" b="1" dirty="0"/>
              <a:t>Nature Methods </a:t>
            </a:r>
            <a:r>
              <a:rPr lang="en-US" sz="1100" dirty="0"/>
              <a:t>(2023)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4A14B-1A92-8DDA-7596-DB8EBEA03088}"/>
              </a:ext>
            </a:extLst>
          </p:cNvPr>
          <p:cNvSpPr txBox="1"/>
          <p:nvPr/>
        </p:nvSpPr>
        <p:spPr>
          <a:xfrm>
            <a:off x="5077838" y="1325563"/>
            <a:ext cx="6697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Popular software: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scMTNI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FigR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SCENIC+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dirty="0"/>
              <a:t>For a specific cell cluster…</a:t>
            </a:r>
          </a:p>
          <a:p>
            <a:pPr marL="742950" lvl="1" indent="-285750">
              <a:buFont typeface="Aptos" panose="020B0004020202020204" pitchFamily="34" charset="0"/>
              <a:buChar char="→"/>
            </a:pPr>
            <a:r>
              <a:rPr lang="en-US" dirty="0"/>
              <a:t> what are the differentially accessible peaks?</a:t>
            </a:r>
          </a:p>
          <a:p>
            <a:pPr marL="1200150" lvl="2" indent="-285750">
              <a:buFont typeface="Aptos" panose="020B0004020202020204" pitchFamily="34" charset="0"/>
              <a:buChar char="→"/>
            </a:pPr>
            <a:r>
              <a:rPr lang="en-US" dirty="0"/>
              <a:t>what transcription factors could be binding?</a:t>
            </a:r>
          </a:p>
          <a:p>
            <a:pPr marL="1657350" lvl="3" indent="-285750">
              <a:buFont typeface="Aptos" panose="020B0004020202020204" pitchFamily="34" charset="0"/>
              <a:buChar char="→"/>
            </a:pPr>
            <a:r>
              <a:rPr lang="en-US" dirty="0"/>
              <a:t>how is region accessibility related to gene expression? </a:t>
            </a:r>
          </a:p>
          <a:p>
            <a:pPr marL="2114550" lvl="4" indent="-285750">
              <a:buFont typeface="Aptos" panose="020B0004020202020204" pitchFamily="34" charset="0"/>
              <a:buChar char="→"/>
            </a:pPr>
            <a:r>
              <a:rPr lang="en-US" dirty="0"/>
              <a:t>How does TF/region set/gene expression compare to other cell types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Lots of measurements and statistics…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F6FB7-FDB9-58C2-4989-4642F35DEF92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564455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A472-07D8-224D-71A5-2C57E614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80444"/>
          </a:xfrm>
        </p:spPr>
        <p:txBody>
          <a:bodyPr>
            <a:normAutofit/>
          </a:bodyPr>
          <a:lstStyle/>
          <a:p>
            <a:r>
              <a:rPr lang="en-US" sz="3200" dirty="0"/>
              <a:t>SCENIC+ example</a:t>
            </a:r>
          </a:p>
        </p:txBody>
      </p:sp>
      <p:pic>
        <p:nvPicPr>
          <p:cNvPr id="4" name="Picture 3" descr="A close-up of a diagram&#10;&#10;Description automatically generated">
            <a:extLst>
              <a:ext uri="{FF2B5EF4-FFF2-40B4-BE49-F238E27FC236}">
                <a16:creationId xmlns:a16="http://schemas.microsoft.com/office/drawing/2014/main" id="{6C7168A3-09D8-71BF-A502-075F5408C1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164" y="898699"/>
            <a:ext cx="5943600" cy="56730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B7B9CF-166E-21D8-251C-6B6CEC59EADB}"/>
              </a:ext>
            </a:extLst>
          </p:cNvPr>
          <p:cNvSpPr txBox="1"/>
          <p:nvPr/>
        </p:nvSpPr>
        <p:spPr>
          <a:xfrm>
            <a:off x="6828817" y="6321937"/>
            <a:ext cx="52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Whelan EC, et al. </a:t>
            </a:r>
            <a:r>
              <a:rPr lang="en-US" sz="1100" b="1" dirty="0"/>
              <a:t>Stem Cell Reports </a:t>
            </a:r>
            <a:r>
              <a:rPr lang="en-US" sz="1100" dirty="0"/>
              <a:t>(2025)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A8C2A-9808-D84E-C9FD-DB7F6626AA16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472148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hart&#10;&#10;Description automatically generated">
            <a:extLst>
              <a:ext uri="{FF2B5EF4-FFF2-40B4-BE49-F238E27FC236}">
                <a16:creationId xmlns:a16="http://schemas.microsoft.com/office/drawing/2014/main" id="{8EE144CF-C4B3-9037-B3A9-80D0DF4F10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928" r="4635"/>
          <a:stretch>
            <a:fillRect/>
          </a:stretch>
        </p:blipFill>
        <p:spPr>
          <a:xfrm>
            <a:off x="2198171" y="18255"/>
            <a:ext cx="7795657" cy="683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53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0BA2-9D44-B57D-7739-C31C0E5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Another example</a:t>
            </a:r>
          </a:p>
        </p:txBody>
      </p:sp>
      <p:pic>
        <p:nvPicPr>
          <p:cNvPr id="4" name="Picture 3" descr="A diagram of a fertilization process&#10;&#10;AI-generated content may be incorrect.">
            <a:extLst>
              <a:ext uri="{FF2B5EF4-FFF2-40B4-BE49-F238E27FC236}">
                <a16:creationId xmlns:a16="http://schemas.microsoft.com/office/drawing/2014/main" id="{3F705E8B-BA70-875E-23F9-86ECAD9F9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801"/>
          <a:stretch>
            <a:fillRect/>
          </a:stretch>
        </p:blipFill>
        <p:spPr>
          <a:xfrm>
            <a:off x="3535996" y="1103868"/>
            <a:ext cx="5120005" cy="5475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BC2266-6E4F-46EB-E0C2-AF5F41584C24}"/>
              </a:ext>
            </a:extLst>
          </p:cNvPr>
          <p:cNvSpPr txBox="1"/>
          <p:nvPr/>
        </p:nvSpPr>
        <p:spPr>
          <a:xfrm>
            <a:off x="6828817" y="6331665"/>
            <a:ext cx="52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Whelan EC, et al. </a:t>
            </a:r>
            <a:r>
              <a:rPr lang="en-US" sz="1100" b="1" dirty="0"/>
              <a:t>Science Advances </a:t>
            </a:r>
            <a:r>
              <a:rPr lang="en-US" sz="1100" dirty="0"/>
              <a:t>(2026)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13BEF-E8C6-D041-1CE1-080E99141C5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259253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ell&#10;&#10;AI-generated content may be incorrect.">
            <a:extLst>
              <a:ext uri="{FF2B5EF4-FFF2-40B4-BE49-F238E27FC236}">
                <a16:creationId xmlns:a16="http://schemas.microsoft.com/office/drawing/2014/main" id="{8AC296F7-FD95-5A77-D32F-0F84F1C27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613" y="0"/>
            <a:ext cx="6415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99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A480-8D36-36E4-4186-928AEE9E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7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AE9D0F8-F496-9807-3D7E-89074365C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44"/>
          <a:stretch>
            <a:fillRect/>
          </a:stretch>
        </p:blipFill>
        <p:spPr>
          <a:xfrm>
            <a:off x="4397766" y="1708484"/>
            <a:ext cx="3396468" cy="3441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CAF4D9-C809-095B-66EA-A076592CEE24}"/>
              </a:ext>
            </a:extLst>
          </p:cNvPr>
          <p:cNvSpPr txBox="1"/>
          <p:nvPr/>
        </p:nvSpPr>
        <p:spPr>
          <a:xfrm>
            <a:off x="2809103" y="5733535"/>
            <a:ext cx="657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https://github.com/CSCB-Core/CSCT_resources</a:t>
            </a:r>
          </a:p>
        </p:txBody>
      </p:sp>
    </p:spTree>
    <p:extLst>
      <p:ext uri="{BB962C8B-B14F-4D97-AF65-F5344CB8AC3E}">
        <p14:creationId xmlns:p14="http://schemas.microsoft.com/office/powerpoint/2010/main" val="212966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689</Words>
  <Application>Microsoft Office PowerPoint</Application>
  <PresentationFormat>Widescreen</PresentationFormat>
  <Paragraphs>189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Introduction to Epigenetic Analysis </vt:lpstr>
      <vt:lpstr>Outline</vt:lpstr>
      <vt:lpstr>What does ATAC measure?</vt:lpstr>
      <vt:lpstr>scATAC-seq is very sensitive</vt:lpstr>
      <vt:lpstr>File Formats</vt:lpstr>
      <vt:lpstr>What does data look like?</vt:lpstr>
      <vt:lpstr>CellRanger Output</vt:lpstr>
      <vt:lpstr>QC</vt:lpstr>
      <vt:lpstr>Dimension Reduction</vt:lpstr>
      <vt:lpstr>Analysis basics</vt:lpstr>
      <vt:lpstr>Analysis basics</vt:lpstr>
      <vt:lpstr>Footprints</vt:lpstr>
      <vt:lpstr>Annotations: Motif Enrichment</vt:lpstr>
      <vt:lpstr>Annotations: Motif Enrichment</vt:lpstr>
      <vt:lpstr>Resources</vt:lpstr>
      <vt:lpstr>Resources: UCSC Genome Browser</vt:lpstr>
      <vt:lpstr>Resources: UCSC Genome Browser</vt:lpstr>
      <vt:lpstr>My Favorite Software</vt:lpstr>
      <vt:lpstr>Multimodal analysis</vt:lpstr>
      <vt:lpstr>Multimodal analysis</vt:lpstr>
      <vt:lpstr>Multimodal analysis</vt:lpstr>
      <vt:lpstr>All together: regulons</vt:lpstr>
      <vt:lpstr>SCENIC+ example</vt:lpstr>
      <vt:lpstr>PowerPoint Presentation</vt:lpstr>
      <vt:lpstr>Another example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David</dc:creator>
  <cp:lastModifiedBy>Smith, David</cp:lastModifiedBy>
  <cp:revision>1</cp:revision>
  <dcterms:created xsi:type="dcterms:W3CDTF">2026-09-13T14:56:07Z</dcterms:created>
  <dcterms:modified xsi:type="dcterms:W3CDTF">2026-09-15T17:33:05Z</dcterms:modified>
</cp:coreProperties>
</file>