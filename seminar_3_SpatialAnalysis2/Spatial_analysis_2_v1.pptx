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62" r:id="rId4"/>
    <p:sldId id="265" r:id="rId5"/>
    <p:sldId id="263" r:id="rId6"/>
    <p:sldId id="264" r:id="rId7"/>
    <p:sldId id="259" r:id="rId8"/>
    <p:sldId id="266" r:id="rId9"/>
    <p:sldId id="267" r:id="rId10"/>
    <p:sldId id="269" r:id="rId11"/>
    <p:sldId id="270" r:id="rId12"/>
    <p:sldId id="268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61" r:id="rId21"/>
    <p:sldId id="26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1712A9-4836-49F1-A812-30A20729D84A}" v="142" dt="2026-06-11T16:38:08.7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6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ith, David" userId="846a1c0a-3ddd-4f2e-a4ac-5d295891fe61" providerId="ADAL" clId="{DCEB6AFB-84CF-4592-8FAB-79E8761D8FE5}"/>
    <pc:docChg chg="undo custSel addSld delSld modSld sldOrd">
      <pc:chgData name="Smith, David" userId="846a1c0a-3ddd-4f2e-a4ac-5d295891fe61" providerId="ADAL" clId="{DCEB6AFB-84CF-4592-8FAB-79E8761D8FE5}" dt="2026-06-11T17:02:59.461" v="3582" actId="2696"/>
      <pc:docMkLst>
        <pc:docMk/>
      </pc:docMkLst>
      <pc:sldChg chg="modSp mod">
        <pc:chgData name="Smith, David" userId="846a1c0a-3ddd-4f2e-a4ac-5d295891fe61" providerId="ADAL" clId="{DCEB6AFB-84CF-4592-8FAB-79E8761D8FE5}" dt="2026-06-10T13:40:00.635" v="69" actId="20577"/>
        <pc:sldMkLst>
          <pc:docMk/>
          <pc:sldMk cId="110728425" sldId="258"/>
        </pc:sldMkLst>
        <pc:spChg chg="mod">
          <ac:chgData name="Smith, David" userId="846a1c0a-3ddd-4f2e-a4ac-5d295891fe61" providerId="ADAL" clId="{DCEB6AFB-84CF-4592-8FAB-79E8761D8FE5}" dt="2026-06-10T13:40:00.635" v="69" actId="20577"/>
          <ac:spMkLst>
            <pc:docMk/>
            <pc:sldMk cId="110728425" sldId="258"/>
            <ac:spMk id="3" creationId="{121D5CEF-F15B-67ED-2512-CCB9994FE459}"/>
          </ac:spMkLst>
        </pc:spChg>
      </pc:sldChg>
      <pc:sldChg chg="addSp modSp mod">
        <pc:chgData name="Smith, David" userId="846a1c0a-3ddd-4f2e-a4ac-5d295891fe61" providerId="ADAL" clId="{DCEB6AFB-84CF-4592-8FAB-79E8761D8FE5}" dt="2026-06-10T14:54:55.886" v="1255" actId="20577"/>
        <pc:sldMkLst>
          <pc:docMk/>
          <pc:sldMk cId="3981020998" sldId="259"/>
        </pc:sldMkLst>
        <pc:spChg chg="mod">
          <ac:chgData name="Smith, David" userId="846a1c0a-3ddd-4f2e-a4ac-5d295891fe61" providerId="ADAL" clId="{DCEB6AFB-84CF-4592-8FAB-79E8761D8FE5}" dt="2026-06-10T13:41:16.908" v="133" actId="20577"/>
          <ac:spMkLst>
            <pc:docMk/>
            <pc:sldMk cId="3981020998" sldId="259"/>
            <ac:spMk id="2" creationId="{47565571-F9FF-4C3A-1EBE-AD73A8D2D331}"/>
          </ac:spMkLst>
        </pc:spChg>
        <pc:spChg chg="mod">
          <ac:chgData name="Smith, David" userId="846a1c0a-3ddd-4f2e-a4ac-5d295891fe61" providerId="ADAL" clId="{DCEB6AFB-84CF-4592-8FAB-79E8761D8FE5}" dt="2026-06-10T14:54:55.886" v="1255" actId="20577"/>
          <ac:spMkLst>
            <pc:docMk/>
            <pc:sldMk cId="3981020998" sldId="259"/>
            <ac:spMk id="3" creationId="{5B27F677-9927-0498-7831-B0BC0A03B616}"/>
          </ac:spMkLst>
        </pc:spChg>
        <pc:spChg chg="add mod">
          <ac:chgData name="Smith, David" userId="846a1c0a-3ddd-4f2e-a4ac-5d295891fe61" providerId="ADAL" clId="{DCEB6AFB-84CF-4592-8FAB-79E8761D8FE5}" dt="2026-06-10T14:54:12.737" v="1235" actId="207"/>
          <ac:spMkLst>
            <pc:docMk/>
            <pc:sldMk cId="3981020998" sldId="259"/>
            <ac:spMk id="4" creationId="{C9A9ABA6-6643-4A2A-C645-DA2FA0CB10AA}"/>
          </ac:spMkLst>
        </pc:spChg>
      </pc:sldChg>
      <pc:sldChg chg="modSp mod">
        <pc:chgData name="Smith, David" userId="846a1c0a-3ddd-4f2e-a4ac-5d295891fe61" providerId="ADAL" clId="{DCEB6AFB-84CF-4592-8FAB-79E8761D8FE5}" dt="2026-06-10T21:10:48.164" v="3389" actId="20577"/>
        <pc:sldMkLst>
          <pc:docMk/>
          <pc:sldMk cId="3266774580" sldId="260"/>
        </pc:sldMkLst>
        <pc:spChg chg="mod">
          <ac:chgData name="Smith, David" userId="846a1c0a-3ddd-4f2e-a4ac-5d295891fe61" providerId="ADAL" clId="{DCEB6AFB-84CF-4592-8FAB-79E8761D8FE5}" dt="2026-06-10T13:40:46.727" v="82" actId="20577"/>
          <ac:spMkLst>
            <pc:docMk/>
            <pc:sldMk cId="3266774580" sldId="260"/>
            <ac:spMk id="2" creationId="{7206F5AE-D01E-B3E7-DBDF-EF46D9765238}"/>
          </ac:spMkLst>
        </pc:spChg>
        <pc:spChg chg="mod">
          <ac:chgData name="Smith, David" userId="846a1c0a-3ddd-4f2e-a4ac-5d295891fe61" providerId="ADAL" clId="{DCEB6AFB-84CF-4592-8FAB-79E8761D8FE5}" dt="2026-06-10T21:10:48.164" v="3389" actId="20577"/>
          <ac:spMkLst>
            <pc:docMk/>
            <pc:sldMk cId="3266774580" sldId="260"/>
            <ac:spMk id="3" creationId="{DDB9DCE3-028D-AA7D-8E7A-A4360D7C9422}"/>
          </ac:spMkLst>
        </pc:spChg>
      </pc:sldChg>
      <pc:sldChg chg="delSp modSp mod ord">
        <pc:chgData name="Smith, David" userId="846a1c0a-3ddd-4f2e-a4ac-5d295891fe61" providerId="ADAL" clId="{DCEB6AFB-84CF-4592-8FAB-79E8761D8FE5}" dt="2026-06-11T17:02:49.622" v="3581" actId="27636"/>
        <pc:sldMkLst>
          <pc:docMk/>
          <pc:sldMk cId="868840096" sldId="261"/>
        </pc:sldMkLst>
        <pc:spChg chg="mod">
          <ac:chgData name="Smith, David" userId="846a1c0a-3ddd-4f2e-a4ac-5d295891fe61" providerId="ADAL" clId="{DCEB6AFB-84CF-4592-8FAB-79E8761D8FE5}" dt="2026-06-11T17:02:49.622" v="3581" actId="27636"/>
          <ac:spMkLst>
            <pc:docMk/>
            <pc:sldMk cId="868840096" sldId="261"/>
            <ac:spMk id="2" creationId="{D053B213-7F12-AF06-140C-B6FFD9DB3D5B}"/>
          </ac:spMkLst>
        </pc:spChg>
        <pc:spChg chg="del">
          <ac:chgData name="Smith, David" userId="846a1c0a-3ddd-4f2e-a4ac-5d295891fe61" providerId="ADAL" clId="{DCEB6AFB-84CF-4592-8FAB-79E8761D8FE5}" dt="2026-06-10T21:01:16.783" v="3374" actId="478"/>
          <ac:spMkLst>
            <pc:docMk/>
            <pc:sldMk cId="868840096" sldId="261"/>
            <ac:spMk id="3" creationId="{BE452CE3-8ED0-FC33-2DF2-D9504832EB3B}"/>
          </ac:spMkLst>
        </pc:spChg>
      </pc:sldChg>
      <pc:sldChg chg="addSp delSp modSp new mod">
        <pc:chgData name="Smith, David" userId="846a1c0a-3ddd-4f2e-a4ac-5d295891fe61" providerId="ADAL" clId="{DCEB6AFB-84CF-4592-8FAB-79E8761D8FE5}" dt="2026-06-10T13:47:25.622" v="323" actId="1036"/>
        <pc:sldMkLst>
          <pc:docMk/>
          <pc:sldMk cId="1434483748" sldId="262"/>
        </pc:sldMkLst>
        <pc:spChg chg="mod">
          <ac:chgData name="Smith, David" userId="846a1c0a-3ddd-4f2e-a4ac-5d295891fe61" providerId="ADAL" clId="{DCEB6AFB-84CF-4592-8FAB-79E8761D8FE5}" dt="2026-06-10T13:44:40.300" v="177" actId="1076"/>
          <ac:spMkLst>
            <pc:docMk/>
            <pc:sldMk cId="1434483748" sldId="262"/>
            <ac:spMk id="2" creationId="{4BAD5D90-4BD4-A5B2-B87C-7E8BF28FFB4A}"/>
          </ac:spMkLst>
        </pc:spChg>
        <pc:spChg chg="del">
          <ac:chgData name="Smith, David" userId="846a1c0a-3ddd-4f2e-a4ac-5d295891fe61" providerId="ADAL" clId="{DCEB6AFB-84CF-4592-8FAB-79E8761D8FE5}" dt="2026-06-10T13:44:23.275" v="173" actId="478"/>
          <ac:spMkLst>
            <pc:docMk/>
            <pc:sldMk cId="1434483748" sldId="262"/>
            <ac:spMk id="3" creationId="{EBE52C13-4FF3-6AF6-F5D0-2E3267CCE0A6}"/>
          </ac:spMkLst>
        </pc:spChg>
        <pc:spChg chg="add mod">
          <ac:chgData name="Smith, David" userId="846a1c0a-3ddd-4f2e-a4ac-5d295891fe61" providerId="ADAL" clId="{DCEB6AFB-84CF-4592-8FAB-79E8761D8FE5}" dt="2026-06-10T13:46:01.291" v="254" actId="403"/>
          <ac:spMkLst>
            <pc:docMk/>
            <pc:sldMk cId="1434483748" sldId="262"/>
            <ac:spMk id="6" creationId="{05526DF5-2582-C2F3-70DB-CF6C81A756AE}"/>
          </ac:spMkLst>
        </pc:spChg>
        <pc:spChg chg="add mod">
          <ac:chgData name="Smith, David" userId="846a1c0a-3ddd-4f2e-a4ac-5d295891fe61" providerId="ADAL" clId="{DCEB6AFB-84CF-4592-8FAB-79E8761D8FE5}" dt="2026-06-10T13:47:25.622" v="323" actId="1036"/>
          <ac:spMkLst>
            <pc:docMk/>
            <pc:sldMk cId="1434483748" sldId="262"/>
            <ac:spMk id="7" creationId="{EFBAD371-1F33-F992-AB17-3835CB87C6F6}"/>
          </ac:spMkLst>
        </pc:spChg>
        <pc:picChg chg="add mod">
          <ac:chgData name="Smith, David" userId="846a1c0a-3ddd-4f2e-a4ac-5d295891fe61" providerId="ADAL" clId="{DCEB6AFB-84CF-4592-8FAB-79E8761D8FE5}" dt="2026-06-10T13:46:08.512" v="255" actId="14100"/>
          <ac:picMkLst>
            <pc:docMk/>
            <pc:sldMk cId="1434483748" sldId="262"/>
            <ac:picMk id="5" creationId="{F3621DD6-C32E-48D3-3631-9BAC848FA34A}"/>
          </ac:picMkLst>
        </pc:picChg>
      </pc:sldChg>
      <pc:sldChg chg="addSp modSp new mod">
        <pc:chgData name="Smith, David" userId="846a1c0a-3ddd-4f2e-a4ac-5d295891fe61" providerId="ADAL" clId="{DCEB6AFB-84CF-4592-8FAB-79E8761D8FE5}" dt="2026-06-10T14:15:20.673" v="1109" actId="20577"/>
        <pc:sldMkLst>
          <pc:docMk/>
          <pc:sldMk cId="288074264" sldId="263"/>
        </pc:sldMkLst>
        <pc:spChg chg="mod">
          <ac:chgData name="Smith, David" userId="846a1c0a-3ddd-4f2e-a4ac-5d295891fe61" providerId="ADAL" clId="{DCEB6AFB-84CF-4592-8FAB-79E8761D8FE5}" dt="2026-06-10T14:00:52.186" v="484" actId="20577"/>
          <ac:spMkLst>
            <pc:docMk/>
            <pc:sldMk cId="288074264" sldId="263"/>
            <ac:spMk id="2" creationId="{B4D6CAC1-C02F-EF59-9D7A-FF7C187FAAE9}"/>
          </ac:spMkLst>
        </pc:spChg>
        <pc:spChg chg="mod">
          <ac:chgData name="Smith, David" userId="846a1c0a-3ddd-4f2e-a4ac-5d295891fe61" providerId="ADAL" clId="{DCEB6AFB-84CF-4592-8FAB-79E8761D8FE5}" dt="2026-06-10T14:15:20.673" v="1109" actId="20577"/>
          <ac:spMkLst>
            <pc:docMk/>
            <pc:sldMk cId="288074264" sldId="263"/>
            <ac:spMk id="3" creationId="{35642C97-D747-EF64-BB0F-22E1CC0D7D8E}"/>
          </ac:spMkLst>
        </pc:spChg>
        <pc:spChg chg="add mod">
          <ac:chgData name="Smith, David" userId="846a1c0a-3ddd-4f2e-a4ac-5d295891fe61" providerId="ADAL" clId="{DCEB6AFB-84CF-4592-8FAB-79E8761D8FE5}" dt="2026-06-10T14:11:18.069" v="973"/>
          <ac:spMkLst>
            <pc:docMk/>
            <pc:sldMk cId="288074264" sldId="263"/>
            <ac:spMk id="4" creationId="{935E449D-5F59-74AC-875F-1698D67FE120}"/>
          </ac:spMkLst>
        </pc:spChg>
      </pc:sldChg>
      <pc:sldChg chg="addSp modSp new mod">
        <pc:chgData name="Smith, David" userId="846a1c0a-3ddd-4f2e-a4ac-5d295891fe61" providerId="ADAL" clId="{DCEB6AFB-84CF-4592-8FAB-79E8761D8FE5}" dt="2026-06-10T14:13:18.988" v="1025" actId="20577"/>
        <pc:sldMkLst>
          <pc:docMk/>
          <pc:sldMk cId="2988925047" sldId="264"/>
        </pc:sldMkLst>
        <pc:spChg chg="mod">
          <ac:chgData name="Smith, David" userId="846a1c0a-3ddd-4f2e-a4ac-5d295891fe61" providerId="ADAL" clId="{DCEB6AFB-84CF-4592-8FAB-79E8761D8FE5}" dt="2026-06-10T14:03:09.018" v="568" actId="20577"/>
          <ac:spMkLst>
            <pc:docMk/>
            <pc:sldMk cId="2988925047" sldId="264"/>
            <ac:spMk id="2" creationId="{5F3D571B-D3A3-74A0-4D05-88CF33F98487}"/>
          </ac:spMkLst>
        </pc:spChg>
        <pc:spChg chg="mod">
          <ac:chgData name="Smith, David" userId="846a1c0a-3ddd-4f2e-a4ac-5d295891fe61" providerId="ADAL" clId="{DCEB6AFB-84CF-4592-8FAB-79E8761D8FE5}" dt="2026-06-10T14:13:18.988" v="1025" actId="20577"/>
          <ac:spMkLst>
            <pc:docMk/>
            <pc:sldMk cId="2988925047" sldId="264"/>
            <ac:spMk id="3" creationId="{E5C02969-AB3A-A0C7-1C96-0C9C4DEAE9FF}"/>
          </ac:spMkLst>
        </pc:spChg>
        <pc:spChg chg="add mod">
          <ac:chgData name="Smith, David" userId="846a1c0a-3ddd-4f2e-a4ac-5d295891fe61" providerId="ADAL" clId="{DCEB6AFB-84CF-4592-8FAB-79E8761D8FE5}" dt="2026-06-10T14:11:19.238" v="974"/>
          <ac:spMkLst>
            <pc:docMk/>
            <pc:sldMk cId="2988925047" sldId="264"/>
            <ac:spMk id="4" creationId="{AB60DB59-5B49-9FFC-8EB1-1A8001B562C3}"/>
          </ac:spMkLst>
        </pc:spChg>
      </pc:sldChg>
      <pc:sldChg chg="addSp delSp modSp add mod">
        <pc:chgData name="Smith, David" userId="846a1c0a-3ddd-4f2e-a4ac-5d295891fe61" providerId="ADAL" clId="{DCEB6AFB-84CF-4592-8FAB-79E8761D8FE5}" dt="2026-06-10T13:58:47.785" v="434" actId="6549"/>
        <pc:sldMkLst>
          <pc:docMk/>
          <pc:sldMk cId="1621429285" sldId="265"/>
        </pc:sldMkLst>
        <pc:spChg chg="mod">
          <ac:chgData name="Smith, David" userId="846a1c0a-3ddd-4f2e-a4ac-5d295891fe61" providerId="ADAL" clId="{DCEB6AFB-84CF-4592-8FAB-79E8761D8FE5}" dt="2026-06-10T13:57:07.256" v="337" actId="1076"/>
          <ac:spMkLst>
            <pc:docMk/>
            <pc:sldMk cId="1621429285" sldId="265"/>
            <ac:spMk id="2" creationId="{4FD8CCB3-9CDB-F55E-1992-ED6D9C94D77A}"/>
          </ac:spMkLst>
        </pc:spChg>
        <pc:spChg chg="mod">
          <ac:chgData name="Smith, David" userId="846a1c0a-3ddd-4f2e-a4ac-5d295891fe61" providerId="ADAL" clId="{DCEB6AFB-84CF-4592-8FAB-79E8761D8FE5}" dt="2026-06-10T13:58:47.785" v="434" actId="6549"/>
          <ac:spMkLst>
            <pc:docMk/>
            <pc:sldMk cId="1621429285" sldId="265"/>
            <ac:spMk id="6" creationId="{E4915509-083B-0E96-D847-1B4A5DCDB097}"/>
          </ac:spMkLst>
        </pc:spChg>
        <pc:picChg chg="add mod">
          <ac:chgData name="Smith, David" userId="846a1c0a-3ddd-4f2e-a4ac-5d295891fe61" providerId="ADAL" clId="{DCEB6AFB-84CF-4592-8FAB-79E8761D8FE5}" dt="2026-06-10T13:57:03.729" v="336" actId="1076"/>
          <ac:picMkLst>
            <pc:docMk/>
            <pc:sldMk cId="1621429285" sldId="265"/>
            <ac:picMk id="4" creationId="{973AD436-EF32-A2D8-9184-FA7AC7A0741D}"/>
          </ac:picMkLst>
        </pc:picChg>
        <pc:picChg chg="del">
          <ac:chgData name="Smith, David" userId="846a1c0a-3ddd-4f2e-a4ac-5d295891fe61" providerId="ADAL" clId="{DCEB6AFB-84CF-4592-8FAB-79E8761D8FE5}" dt="2026-06-10T13:56:48.844" v="331" actId="478"/>
          <ac:picMkLst>
            <pc:docMk/>
            <pc:sldMk cId="1621429285" sldId="265"/>
            <ac:picMk id="5" creationId="{6A9B9772-C1DE-7CE4-4112-EC19FE3CA86A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6-10T15:07:11.319" v="1600" actId="20577"/>
        <pc:sldMkLst>
          <pc:docMk/>
          <pc:sldMk cId="738221200" sldId="266"/>
        </pc:sldMkLst>
        <pc:spChg chg="mod">
          <ac:chgData name="Smith, David" userId="846a1c0a-3ddd-4f2e-a4ac-5d295891fe61" providerId="ADAL" clId="{DCEB6AFB-84CF-4592-8FAB-79E8761D8FE5}" dt="2026-06-10T14:55:15.706" v="1275" actId="20577"/>
          <ac:spMkLst>
            <pc:docMk/>
            <pc:sldMk cId="738221200" sldId="266"/>
            <ac:spMk id="2" creationId="{7B388378-8968-525B-AD56-71654B24AFA7}"/>
          </ac:spMkLst>
        </pc:spChg>
        <pc:spChg chg="del">
          <ac:chgData name="Smith, David" userId="846a1c0a-3ddd-4f2e-a4ac-5d295891fe61" providerId="ADAL" clId="{DCEB6AFB-84CF-4592-8FAB-79E8761D8FE5}" dt="2026-06-10T14:55:20.321" v="1276" actId="478"/>
          <ac:spMkLst>
            <pc:docMk/>
            <pc:sldMk cId="738221200" sldId="266"/>
            <ac:spMk id="3" creationId="{5C26B09B-A5C6-E323-34AF-0F045FDA5822}"/>
          </ac:spMkLst>
        </pc:spChg>
        <pc:spChg chg="add mod">
          <ac:chgData name="Smith, David" userId="846a1c0a-3ddd-4f2e-a4ac-5d295891fe61" providerId="ADAL" clId="{DCEB6AFB-84CF-4592-8FAB-79E8761D8FE5}" dt="2026-06-10T14:55:08.607" v="1257"/>
          <ac:spMkLst>
            <pc:docMk/>
            <pc:sldMk cId="738221200" sldId="266"/>
            <ac:spMk id="4" creationId="{42228985-23DC-AFA5-6038-39F59EAAC218}"/>
          </ac:spMkLst>
        </pc:spChg>
        <pc:spChg chg="add mod">
          <ac:chgData name="Smith, David" userId="846a1c0a-3ddd-4f2e-a4ac-5d295891fe61" providerId="ADAL" clId="{DCEB6AFB-84CF-4592-8FAB-79E8761D8FE5}" dt="2026-06-10T15:01:51.877" v="1484" actId="20577"/>
          <ac:spMkLst>
            <pc:docMk/>
            <pc:sldMk cId="738221200" sldId="266"/>
            <ac:spMk id="6" creationId="{BF84856E-A501-D9E1-6DDC-FF2A1AEEE3FC}"/>
          </ac:spMkLst>
        </pc:spChg>
        <pc:spChg chg="add mod">
          <ac:chgData name="Smith, David" userId="846a1c0a-3ddd-4f2e-a4ac-5d295891fe61" providerId="ADAL" clId="{DCEB6AFB-84CF-4592-8FAB-79E8761D8FE5}" dt="2026-06-10T15:02:34.809" v="1496" actId="1076"/>
          <ac:spMkLst>
            <pc:docMk/>
            <pc:sldMk cId="738221200" sldId="266"/>
            <ac:spMk id="7" creationId="{48105C8B-036E-A1CA-0CFE-B8DA91132EB5}"/>
          </ac:spMkLst>
        </pc:spChg>
        <pc:spChg chg="add mod">
          <ac:chgData name="Smith, David" userId="846a1c0a-3ddd-4f2e-a4ac-5d295891fe61" providerId="ADAL" clId="{DCEB6AFB-84CF-4592-8FAB-79E8761D8FE5}" dt="2026-06-10T15:02:34.809" v="1496" actId="1076"/>
          <ac:spMkLst>
            <pc:docMk/>
            <pc:sldMk cId="738221200" sldId="266"/>
            <ac:spMk id="8" creationId="{C65618EB-62D4-B3E0-7FDC-42FA8DF677BD}"/>
          </ac:spMkLst>
        </pc:spChg>
        <pc:spChg chg="add del mod">
          <ac:chgData name="Smith, David" userId="846a1c0a-3ddd-4f2e-a4ac-5d295891fe61" providerId="ADAL" clId="{DCEB6AFB-84CF-4592-8FAB-79E8761D8FE5}" dt="2026-06-10T14:59:01.153" v="1410" actId="478"/>
          <ac:spMkLst>
            <pc:docMk/>
            <pc:sldMk cId="738221200" sldId="266"/>
            <ac:spMk id="9" creationId="{B894AC46-0A3E-B39F-74FF-EB4820F94B70}"/>
          </ac:spMkLst>
        </pc:spChg>
        <pc:spChg chg="add mod">
          <ac:chgData name="Smith, David" userId="846a1c0a-3ddd-4f2e-a4ac-5d295891fe61" providerId="ADAL" clId="{DCEB6AFB-84CF-4592-8FAB-79E8761D8FE5}" dt="2026-06-10T15:02:34.809" v="1496" actId="1076"/>
          <ac:spMkLst>
            <pc:docMk/>
            <pc:sldMk cId="738221200" sldId="266"/>
            <ac:spMk id="10" creationId="{28D1530A-A6A1-5DCC-668D-369EF01F35F1}"/>
          </ac:spMkLst>
        </pc:spChg>
        <pc:spChg chg="add del mod">
          <ac:chgData name="Smith, David" userId="846a1c0a-3ddd-4f2e-a4ac-5d295891fe61" providerId="ADAL" clId="{DCEB6AFB-84CF-4592-8FAB-79E8761D8FE5}" dt="2026-06-10T14:59:32.130" v="1415" actId="478"/>
          <ac:spMkLst>
            <pc:docMk/>
            <pc:sldMk cId="738221200" sldId="266"/>
            <ac:spMk id="11" creationId="{845EA311-0780-1158-0632-A2EF722C69FA}"/>
          </ac:spMkLst>
        </pc:spChg>
        <pc:spChg chg="add mod">
          <ac:chgData name="Smith, David" userId="846a1c0a-3ddd-4f2e-a4ac-5d295891fe61" providerId="ADAL" clId="{DCEB6AFB-84CF-4592-8FAB-79E8761D8FE5}" dt="2026-06-10T15:02:34.809" v="1496" actId="1076"/>
          <ac:spMkLst>
            <pc:docMk/>
            <pc:sldMk cId="738221200" sldId="266"/>
            <ac:spMk id="12" creationId="{ABBDEA8C-E8C7-3025-5F3F-B9568888D370}"/>
          </ac:spMkLst>
        </pc:spChg>
        <pc:spChg chg="add mod">
          <ac:chgData name="Smith, David" userId="846a1c0a-3ddd-4f2e-a4ac-5d295891fe61" providerId="ADAL" clId="{DCEB6AFB-84CF-4592-8FAB-79E8761D8FE5}" dt="2026-06-10T15:02:34.809" v="1496" actId="1076"/>
          <ac:spMkLst>
            <pc:docMk/>
            <pc:sldMk cId="738221200" sldId="266"/>
            <ac:spMk id="17" creationId="{EBF1AAA4-4657-1A82-9321-60EC5EF2EB7F}"/>
          </ac:spMkLst>
        </pc:spChg>
        <pc:spChg chg="add mod">
          <ac:chgData name="Smith, David" userId="846a1c0a-3ddd-4f2e-a4ac-5d295891fe61" providerId="ADAL" clId="{DCEB6AFB-84CF-4592-8FAB-79E8761D8FE5}" dt="2026-06-10T15:05:27.847" v="1576" actId="1076"/>
          <ac:spMkLst>
            <pc:docMk/>
            <pc:sldMk cId="738221200" sldId="266"/>
            <ac:spMk id="18" creationId="{35BC7B86-7D08-868C-89E9-3C4862845BA0}"/>
          </ac:spMkLst>
        </pc:spChg>
        <pc:graphicFrameChg chg="add mod modGraphic">
          <ac:chgData name="Smith, David" userId="846a1c0a-3ddd-4f2e-a4ac-5d295891fe61" providerId="ADAL" clId="{DCEB6AFB-84CF-4592-8FAB-79E8761D8FE5}" dt="2026-06-10T15:02:16.910" v="1495" actId="20577"/>
          <ac:graphicFrameMkLst>
            <pc:docMk/>
            <pc:sldMk cId="738221200" sldId="266"/>
            <ac:graphicFrameMk id="5" creationId="{288A5049-50F9-B7F8-EC7B-E707D4F39545}"/>
          </ac:graphicFrameMkLst>
        </pc:graphicFrameChg>
        <pc:graphicFrameChg chg="add del">
          <ac:chgData name="Smith, David" userId="846a1c0a-3ddd-4f2e-a4ac-5d295891fe61" providerId="ADAL" clId="{DCEB6AFB-84CF-4592-8FAB-79E8761D8FE5}" dt="2026-06-10T15:03:49.406" v="1521" actId="478"/>
          <ac:graphicFrameMkLst>
            <pc:docMk/>
            <pc:sldMk cId="738221200" sldId="266"/>
            <ac:graphicFrameMk id="19" creationId="{B8FD342D-FA55-ED16-27C4-EADFFE364948}"/>
          </ac:graphicFrameMkLst>
        </pc:graphicFrameChg>
        <pc:graphicFrameChg chg="add mod modGraphic">
          <ac:chgData name="Smith, David" userId="846a1c0a-3ddd-4f2e-a4ac-5d295891fe61" providerId="ADAL" clId="{DCEB6AFB-84CF-4592-8FAB-79E8761D8FE5}" dt="2026-06-10T15:07:11.319" v="1600" actId="20577"/>
          <ac:graphicFrameMkLst>
            <pc:docMk/>
            <pc:sldMk cId="738221200" sldId="266"/>
            <ac:graphicFrameMk id="20" creationId="{4C11DBA2-6AFE-158C-B10C-CB78DAD437AA}"/>
          </ac:graphicFrameMkLst>
        </pc:graphicFrameChg>
        <pc:cxnChg chg="add mod">
          <ac:chgData name="Smith, David" userId="846a1c0a-3ddd-4f2e-a4ac-5d295891fe61" providerId="ADAL" clId="{DCEB6AFB-84CF-4592-8FAB-79E8761D8FE5}" dt="2026-06-10T15:02:34.809" v="1496" actId="1076"/>
          <ac:cxnSpMkLst>
            <pc:docMk/>
            <pc:sldMk cId="738221200" sldId="266"/>
            <ac:cxnSpMk id="14" creationId="{A80A7148-D119-8A89-B422-ADD9C9087C3C}"/>
          </ac:cxnSpMkLst>
        </pc:cxnChg>
      </pc:sldChg>
      <pc:sldChg chg="addSp delSp modSp new mod">
        <pc:chgData name="Smith, David" userId="846a1c0a-3ddd-4f2e-a4ac-5d295891fe61" providerId="ADAL" clId="{DCEB6AFB-84CF-4592-8FAB-79E8761D8FE5}" dt="2026-06-11T17:01:56.510" v="3575" actId="20577"/>
        <pc:sldMkLst>
          <pc:docMk/>
          <pc:sldMk cId="3091189251" sldId="267"/>
        </pc:sldMkLst>
        <pc:spChg chg="mod">
          <ac:chgData name="Smith, David" userId="846a1c0a-3ddd-4f2e-a4ac-5d295891fe61" providerId="ADAL" clId="{DCEB6AFB-84CF-4592-8FAB-79E8761D8FE5}" dt="2026-06-11T17:01:56.510" v="3575" actId="20577"/>
          <ac:spMkLst>
            <pc:docMk/>
            <pc:sldMk cId="3091189251" sldId="267"/>
            <ac:spMk id="2" creationId="{581344BC-3839-7EFD-7DB9-61C9B02902F7}"/>
          </ac:spMkLst>
        </pc:spChg>
        <pc:spChg chg="del">
          <ac:chgData name="Smith, David" userId="846a1c0a-3ddd-4f2e-a4ac-5d295891fe61" providerId="ADAL" clId="{DCEB6AFB-84CF-4592-8FAB-79E8761D8FE5}" dt="2026-06-10T16:52:11.678" v="1623" actId="478"/>
          <ac:spMkLst>
            <pc:docMk/>
            <pc:sldMk cId="3091189251" sldId="267"/>
            <ac:spMk id="3" creationId="{4422CF3D-F1A1-5B66-63F3-305699BBB7ED}"/>
          </ac:spMkLst>
        </pc:spChg>
        <pc:spChg chg="add mod">
          <ac:chgData name="Smith, David" userId="846a1c0a-3ddd-4f2e-a4ac-5d295891fe61" providerId="ADAL" clId="{DCEB6AFB-84CF-4592-8FAB-79E8761D8FE5}" dt="2026-06-10T15:07:57.436" v="1602"/>
          <ac:spMkLst>
            <pc:docMk/>
            <pc:sldMk cId="3091189251" sldId="267"/>
            <ac:spMk id="4" creationId="{0352463D-2C49-E7FD-BEF4-7F8660E6CCC7}"/>
          </ac:spMkLst>
        </pc:spChg>
        <pc:spChg chg="add">
          <ac:chgData name="Smith, David" userId="846a1c0a-3ddd-4f2e-a4ac-5d295891fe61" providerId="ADAL" clId="{DCEB6AFB-84CF-4592-8FAB-79E8761D8FE5}" dt="2026-06-10T16:52:19.892" v="1624" actId="11529"/>
          <ac:spMkLst>
            <pc:docMk/>
            <pc:sldMk cId="3091189251" sldId="267"/>
            <ac:spMk id="5" creationId="{6AE1B654-E00C-60F8-4FA2-5352C4A7E10F}"/>
          </ac:spMkLst>
        </pc:spChg>
        <pc:spChg chg="add mod">
          <ac:chgData name="Smith, David" userId="846a1c0a-3ddd-4f2e-a4ac-5d295891fe61" providerId="ADAL" clId="{DCEB6AFB-84CF-4592-8FAB-79E8761D8FE5}" dt="2026-06-10T16:52:52.818" v="1639" actId="13822"/>
          <ac:spMkLst>
            <pc:docMk/>
            <pc:sldMk cId="3091189251" sldId="267"/>
            <ac:spMk id="6" creationId="{5ECC9F70-ED79-9BF1-4971-A637C517D8C8}"/>
          </ac:spMkLst>
        </pc:spChg>
        <pc:spChg chg="add mod">
          <ac:chgData name="Smith, David" userId="846a1c0a-3ddd-4f2e-a4ac-5d295891fe61" providerId="ADAL" clId="{DCEB6AFB-84CF-4592-8FAB-79E8761D8FE5}" dt="2026-06-10T16:53:03.340" v="1642" actId="13822"/>
          <ac:spMkLst>
            <pc:docMk/>
            <pc:sldMk cId="3091189251" sldId="267"/>
            <ac:spMk id="7" creationId="{34DD2827-1D2B-4BB4-82F1-4ADB5104E810}"/>
          </ac:spMkLst>
        </pc:spChg>
        <pc:spChg chg="add mod">
          <ac:chgData name="Smith, David" userId="846a1c0a-3ddd-4f2e-a4ac-5d295891fe61" providerId="ADAL" clId="{DCEB6AFB-84CF-4592-8FAB-79E8761D8FE5}" dt="2026-06-10T16:52:22.942" v="1626" actId="571"/>
          <ac:spMkLst>
            <pc:docMk/>
            <pc:sldMk cId="3091189251" sldId="267"/>
            <ac:spMk id="8" creationId="{0E8E3D98-0E08-9C10-FA23-E5378E08227E}"/>
          </ac:spMkLst>
        </pc:spChg>
        <pc:spChg chg="add mod">
          <ac:chgData name="Smith, David" userId="846a1c0a-3ddd-4f2e-a4ac-5d295891fe61" providerId="ADAL" clId="{DCEB6AFB-84CF-4592-8FAB-79E8761D8FE5}" dt="2026-06-10T16:53:21.264" v="1644" actId="13822"/>
          <ac:spMkLst>
            <pc:docMk/>
            <pc:sldMk cId="3091189251" sldId="267"/>
            <ac:spMk id="9" creationId="{89FD65B9-BAB6-E8FE-C26B-7F6425168AA1}"/>
          </ac:spMkLst>
        </pc:spChg>
        <pc:spChg chg="add mod">
          <ac:chgData name="Smith, David" userId="846a1c0a-3ddd-4f2e-a4ac-5d295891fe61" providerId="ADAL" clId="{DCEB6AFB-84CF-4592-8FAB-79E8761D8FE5}" dt="2026-06-10T16:53:47.771" v="1650" actId="13822"/>
          <ac:spMkLst>
            <pc:docMk/>
            <pc:sldMk cId="3091189251" sldId="267"/>
            <ac:spMk id="10" creationId="{D5EBE1DA-1696-E06D-3782-4C173CD09896}"/>
          </ac:spMkLst>
        </pc:spChg>
        <pc:spChg chg="add mod">
          <ac:chgData name="Smith, David" userId="846a1c0a-3ddd-4f2e-a4ac-5d295891fe61" providerId="ADAL" clId="{DCEB6AFB-84CF-4592-8FAB-79E8761D8FE5}" dt="2026-06-10T16:52:48.823" v="1638" actId="13822"/>
          <ac:spMkLst>
            <pc:docMk/>
            <pc:sldMk cId="3091189251" sldId="267"/>
            <ac:spMk id="11" creationId="{563821AF-4E48-E788-F4D4-535C520A6277}"/>
          </ac:spMkLst>
        </pc:spChg>
        <pc:spChg chg="add mod">
          <ac:chgData name="Smith, David" userId="846a1c0a-3ddd-4f2e-a4ac-5d295891fe61" providerId="ADAL" clId="{DCEB6AFB-84CF-4592-8FAB-79E8761D8FE5}" dt="2026-06-10T16:53:04.891" v="1643" actId="13822"/>
          <ac:spMkLst>
            <pc:docMk/>
            <pc:sldMk cId="3091189251" sldId="267"/>
            <ac:spMk id="12" creationId="{A0257E90-33F4-6337-2822-D2E925CFC330}"/>
          </ac:spMkLst>
        </pc:spChg>
        <pc:spChg chg="add mod">
          <ac:chgData name="Smith, David" userId="846a1c0a-3ddd-4f2e-a4ac-5d295891fe61" providerId="ADAL" clId="{DCEB6AFB-84CF-4592-8FAB-79E8761D8FE5}" dt="2026-06-10T16:53:01.276" v="1641" actId="13822"/>
          <ac:spMkLst>
            <pc:docMk/>
            <pc:sldMk cId="3091189251" sldId="267"/>
            <ac:spMk id="13" creationId="{9DD57F5B-CED1-4095-B6FC-C4B6FBE70803}"/>
          </ac:spMkLst>
        </pc:spChg>
        <pc:spChg chg="add mod">
          <ac:chgData name="Smith, David" userId="846a1c0a-3ddd-4f2e-a4ac-5d295891fe61" providerId="ADAL" clId="{DCEB6AFB-84CF-4592-8FAB-79E8761D8FE5}" dt="2026-06-10T16:54:57.824" v="1662" actId="13822"/>
          <ac:spMkLst>
            <pc:docMk/>
            <pc:sldMk cId="3091189251" sldId="267"/>
            <ac:spMk id="14" creationId="{4F23273C-AC64-256C-35EA-0C3977CDEF67}"/>
          </ac:spMkLst>
        </pc:spChg>
        <pc:spChg chg="add mod">
          <ac:chgData name="Smith, David" userId="846a1c0a-3ddd-4f2e-a4ac-5d295891fe61" providerId="ADAL" clId="{DCEB6AFB-84CF-4592-8FAB-79E8761D8FE5}" dt="2026-06-10T16:52:44.609" v="1636" actId="1076"/>
          <ac:spMkLst>
            <pc:docMk/>
            <pc:sldMk cId="3091189251" sldId="267"/>
            <ac:spMk id="15" creationId="{AE34E807-DC0A-9272-9AB1-55CBC2FDD74A}"/>
          </ac:spMkLst>
        </pc:spChg>
        <pc:spChg chg="add mod">
          <ac:chgData name="Smith, David" userId="846a1c0a-3ddd-4f2e-a4ac-5d295891fe61" providerId="ADAL" clId="{DCEB6AFB-84CF-4592-8FAB-79E8761D8FE5}" dt="2026-06-10T16:53:23.455" v="1645" actId="13822"/>
          <ac:spMkLst>
            <pc:docMk/>
            <pc:sldMk cId="3091189251" sldId="267"/>
            <ac:spMk id="16" creationId="{4F5F971A-CB8D-9AE2-FC9D-ACD16B14B20E}"/>
          </ac:spMkLst>
        </pc:spChg>
        <pc:spChg chg="add mod">
          <ac:chgData name="Smith, David" userId="846a1c0a-3ddd-4f2e-a4ac-5d295891fe61" providerId="ADAL" clId="{DCEB6AFB-84CF-4592-8FAB-79E8761D8FE5}" dt="2026-06-10T16:53:45.281" v="1649" actId="13822"/>
          <ac:spMkLst>
            <pc:docMk/>
            <pc:sldMk cId="3091189251" sldId="267"/>
            <ac:spMk id="17" creationId="{FA68D1B7-BBEB-70ED-E318-751ACC780C52}"/>
          </ac:spMkLst>
        </pc:spChg>
        <pc:spChg chg="add mod">
          <ac:chgData name="Smith, David" userId="846a1c0a-3ddd-4f2e-a4ac-5d295891fe61" providerId="ADAL" clId="{DCEB6AFB-84CF-4592-8FAB-79E8761D8FE5}" dt="2026-06-10T16:53:42.808" v="1648" actId="13822"/>
          <ac:spMkLst>
            <pc:docMk/>
            <pc:sldMk cId="3091189251" sldId="267"/>
            <ac:spMk id="18" creationId="{7EE87953-6000-863C-0037-E38A32F0F3EA}"/>
          </ac:spMkLst>
        </pc:spChg>
        <pc:spChg chg="add mod">
          <ac:chgData name="Smith, David" userId="846a1c0a-3ddd-4f2e-a4ac-5d295891fe61" providerId="ADAL" clId="{DCEB6AFB-84CF-4592-8FAB-79E8761D8FE5}" dt="2026-06-10T16:53:26.384" v="1646" actId="13822"/>
          <ac:spMkLst>
            <pc:docMk/>
            <pc:sldMk cId="3091189251" sldId="267"/>
            <ac:spMk id="19" creationId="{B35829C9-5A2A-F252-5040-F42004909B01}"/>
          </ac:spMkLst>
        </pc:spChg>
        <pc:spChg chg="add mod">
          <ac:chgData name="Smith, David" userId="846a1c0a-3ddd-4f2e-a4ac-5d295891fe61" providerId="ADAL" clId="{DCEB6AFB-84CF-4592-8FAB-79E8761D8FE5}" dt="2026-06-10T16:52:57.529" v="1640" actId="13822"/>
          <ac:spMkLst>
            <pc:docMk/>
            <pc:sldMk cId="3091189251" sldId="267"/>
            <ac:spMk id="20" creationId="{389C40E1-75CB-4E2D-F539-F55675E67370}"/>
          </ac:spMkLst>
        </pc:spChg>
        <pc:spChg chg="add del">
          <ac:chgData name="Smith, David" userId="846a1c0a-3ddd-4f2e-a4ac-5d295891fe61" providerId="ADAL" clId="{DCEB6AFB-84CF-4592-8FAB-79E8761D8FE5}" dt="2026-06-10T16:54:13.576" v="1652" actId="478"/>
          <ac:spMkLst>
            <pc:docMk/>
            <pc:sldMk cId="3091189251" sldId="267"/>
            <ac:spMk id="21" creationId="{A6B0D496-750E-4ED6-A8F5-11548894EA00}"/>
          </ac:spMkLst>
        </pc:spChg>
        <pc:spChg chg="add mod">
          <ac:chgData name="Smith, David" userId="846a1c0a-3ddd-4f2e-a4ac-5d295891fe61" providerId="ADAL" clId="{DCEB6AFB-84CF-4592-8FAB-79E8761D8FE5}" dt="2026-06-10T16:55:05.795" v="1663" actId="14100"/>
          <ac:spMkLst>
            <pc:docMk/>
            <pc:sldMk cId="3091189251" sldId="267"/>
            <ac:spMk id="22" creationId="{7A49768D-422D-A9E4-870B-5243557B6034}"/>
          </ac:spMkLst>
        </pc:spChg>
        <pc:spChg chg="add mod">
          <ac:chgData name="Smith, David" userId="846a1c0a-3ddd-4f2e-a4ac-5d295891fe61" providerId="ADAL" clId="{DCEB6AFB-84CF-4592-8FAB-79E8761D8FE5}" dt="2026-06-10T16:54:32.690" v="1656" actId="571"/>
          <ac:spMkLst>
            <pc:docMk/>
            <pc:sldMk cId="3091189251" sldId="267"/>
            <ac:spMk id="23" creationId="{391AE39F-8BBE-FACF-008A-E7A10AF5D7AB}"/>
          </ac:spMkLst>
        </pc:spChg>
        <pc:spChg chg="add mod">
          <ac:chgData name="Smith, David" userId="846a1c0a-3ddd-4f2e-a4ac-5d295891fe61" providerId="ADAL" clId="{DCEB6AFB-84CF-4592-8FAB-79E8761D8FE5}" dt="2026-06-10T16:54:35.704" v="1658" actId="571"/>
          <ac:spMkLst>
            <pc:docMk/>
            <pc:sldMk cId="3091189251" sldId="267"/>
            <ac:spMk id="24" creationId="{0EA5AA42-45DE-ABAD-1325-E08B5DF1BF52}"/>
          </ac:spMkLst>
        </pc:spChg>
        <pc:spChg chg="add mod">
          <ac:chgData name="Smith, David" userId="846a1c0a-3ddd-4f2e-a4ac-5d295891fe61" providerId="ADAL" clId="{DCEB6AFB-84CF-4592-8FAB-79E8761D8FE5}" dt="2026-06-10T16:54:35.704" v="1658" actId="571"/>
          <ac:spMkLst>
            <pc:docMk/>
            <pc:sldMk cId="3091189251" sldId="267"/>
            <ac:spMk id="25" creationId="{DE03C79D-D601-FD15-2110-4ED91D01851A}"/>
          </ac:spMkLst>
        </pc:spChg>
        <pc:spChg chg="add mod">
          <ac:chgData name="Smith, David" userId="846a1c0a-3ddd-4f2e-a4ac-5d295891fe61" providerId="ADAL" clId="{DCEB6AFB-84CF-4592-8FAB-79E8761D8FE5}" dt="2026-06-10T16:54:40.219" v="1659" actId="571"/>
          <ac:spMkLst>
            <pc:docMk/>
            <pc:sldMk cId="3091189251" sldId="267"/>
            <ac:spMk id="26" creationId="{34CCBE7F-29FE-45EC-47D9-D0967BC8B64F}"/>
          </ac:spMkLst>
        </pc:spChg>
        <pc:spChg chg="add mod">
          <ac:chgData name="Smith, David" userId="846a1c0a-3ddd-4f2e-a4ac-5d295891fe61" providerId="ADAL" clId="{DCEB6AFB-84CF-4592-8FAB-79E8761D8FE5}" dt="2026-06-10T16:54:44.652" v="1660" actId="571"/>
          <ac:spMkLst>
            <pc:docMk/>
            <pc:sldMk cId="3091189251" sldId="267"/>
            <ac:spMk id="27" creationId="{8CE71708-5131-4166-DD10-FB6AB885F758}"/>
          </ac:spMkLst>
        </pc:spChg>
        <pc:spChg chg="add mod">
          <ac:chgData name="Smith, David" userId="846a1c0a-3ddd-4f2e-a4ac-5d295891fe61" providerId="ADAL" clId="{DCEB6AFB-84CF-4592-8FAB-79E8761D8FE5}" dt="2026-06-10T16:54:53.250" v="1661" actId="571"/>
          <ac:spMkLst>
            <pc:docMk/>
            <pc:sldMk cId="3091189251" sldId="267"/>
            <ac:spMk id="28" creationId="{4E3C5DA8-8D33-99EB-5646-F906DD59A9BD}"/>
          </ac:spMkLst>
        </pc:spChg>
        <pc:spChg chg="add mod">
          <ac:chgData name="Smith, David" userId="846a1c0a-3ddd-4f2e-a4ac-5d295891fe61" providerId="ADAL" clId="{DCEB6AFB-84CF-4592-8FAB-79E8761D8FE5}" dt="2026-06-10T16:55:50.414" v="1673" actId="1076"/>
          <ac:spMkLst>
            <pc:docMk/>
            <pc:sldMk cId="3091189251" sldId="267"/>
            <ac:spMk id="29" creationId="{113094AD-A5B1-D534-06B7-534969172DD2}"/>
          </ac:spMkLst>
        </pc:spChg>
        <pc:spChg chg="add mod">
          <ac:chgData name="Smith, David" userId="846a1c0a-3ddd-4f2e-a4ac-5d295891fe61" providerId="ADAL" clId="{DCEB6AFB-84CF-4592-8FAB-79E8761D8FE5}" dt="2026-06-10T16:55:47.700" v="1672" actId="1076"/>
          <ac:spMkLst>
            <pc:docMk/>
            <pc:sldMk cId="3091189251" sldId="267"/>
            <ac:spMk id="30" creationId="{06260A6E-9DC7-2730-0CEF-50ED407A9371}"/>
          </ac:spMkLst>
        </pc:spChg>
        <pc:spChg chg="add mod">
          <ac:chgData name="Smith, David" userId="846a1c0a-3ddd-4f2e-a4ac-5d295891fe61" providerId="ADAL" clId="{DCEB6AFB-84CF-4592-8FAB-79E8761D8FE5}" dt="2026-06-10T16:55:45.248" v="1671" actId="1076"/>
          <ac:spMkLst>
            <pc:docMk/>
            <pc:sldMk cId="3091189251" sldId="267"/>
            <ac:spMk id="31" creationId="{D41F96F1-D4CC-6BD0-3F3B-50C0ECDAC98F}"/>
          </ac:spMkLst>
        </pc:spChg>
        <pc:spChg chg="add mod">
          <ac:chgData name="Smith, David" userId="846a1c0a-3ddd-4f2e-a4ac-5d295891fe61" providerId="ADAL" clId="{DCEB6AFB-84CF-4592-8FAB-79E8761D8FE5}" dt="2026-06-10T16:55:41.548" v="1670" actId="1076"/>
          <ac:spMkLst>
            <pc:docMk/>
            <pc:sldMk cId="3091189251" sldId="267"/>
            <ac:spMk id="32" creationId="{82F7E182-3EA7-8146-9383-B80373B4BAEE}"/>
          </ac:spMkLst>
        </pc:spChg>
        <pc:spChg chg="add mod">
          <ac:chgData name="Smith, David" userId="846a1c0a-3ddd-4f2e-a4ac-5d295891fe61" providerId="ADAL" clId="{DCEB6AFB-84CF-4592-8FAB-79E8761D8FE5}" dt="2026-06-10T16:57:09.496" v="1694" actId="1076"/>
          <ac:spMkLst>
            <pc:docMk/>
            <pc:sldMk cId="3091189251" sldId="267"/>
            <ac:spMk id="41" creationId="{2463A1BD-A2F0-F10D-94D2-B6CFD658B191}"/>
          </ac:spMkLst>
        </pc:spChg>
        <pc:spChg chg="add mod">
          <ac:chgData name="Smith, David" userId="846a1c0a-3ddd-4f2e-a4ac-5d295891fe61" providerId="ADAL" clId="{DCEB6AFB-84CF-4592-8FAB-79E8761D8FE5}" dt="2026-06-10T18:00:42.587" v="1811" actId="1076"/>
          <ac:spMkLst>
            <pc:docMk/>
            <pc:sldMk cId="3091189251" sldId="267"/>
            <ac:spMk id="42" creationId="{47241669-FABA-E9C0-4306-527E10A315CA}"/>
          </ac:spMkLst>
        </pc:spChg>
        <pc:spChg chg="add mod">
          <ac:chgData name="Smith, David" userId="846a1c0a-3ddd-4f2e-a4ac-5d295891fe61" providerId="ADAL" clId="{DCEB6AFB-84CF-4592-8FAB-79E8761D8FE5}" dt="2026-06-10T16:57:30.714" v="1708" actId="1076"/>
          <ac:spMkLst>
            <pc:docMk/>
            <pc:sldMk cId="3091189251" sldId="267"/>
            <ac:spMk id="43" creationId="{A2053B6E-7B94-8830-8EB4-7EC84EA3BECE}"/>
          </ac:spMkLst>
        </pc:spChg>
        <pc:spChg chg="add mod">
          <ac:chgData name="Smith, David" userId="846a1c0a-3ddd-4f2e-a4ac-5d295891fe61" providerId="ADAL" clId="{DCEB6AFB-84CF-4592-8FAB-79E8761D8FE5}" dt="2026-06-10T16:57:40.329" v="1711" actId="20577"/>
          <ac:spMkLst>
            <pc:docMk/>
            <pc:sldMk cId="3091189251" sldId="267"/>
            <ac:spMk id="44" creationId="{64F55CC2-8EF1-502F-BBA6-55915EAA0C73}"/>
          </ac:spMkLst>
        </pc:spChg>
        <pc:spChg chg="add mod">
          <ac:chgData name="Smith, David" userId="846a1c0a-3ddd-4f2e-a4ac-5d295891fe61" providerId="ADAL" clId="{DCEB6AFB-84CF-4592-8FAB-79E8761D8FE5}" dt="2026-06-10T18:18:22.482" v="1831" actId="20577"/>
          <ac:spMkLst>
            <pc:docMk/>
            <pc:sldMk cId="3091189251" sldId="267"/>
            <ac:spMk id="45" creationId="{5DCF3120-6A68-C553-2E85-01504CAFD2C7}"/>
          </ac:spMkLst>
        </pc:spChg>
        <pc:cxnChg chg="add mod">
          <ac:chgData name="Smith, David" userId="846a1c0a-3ddd-4f2e-a4ac-5d295891fe61" providerId="ADAL" clId="{DCEB6AFB-84CF-4592-8FAB-79E8761D8FE5}" dt="2026-06-10T16:58:03.259" v="1713"/>
          <ac:cxnSpMkLst>
            <pc:docMk/>
            <pc:sldMk cId="3091189251" sldId="267"/>
            <ac:cxnSpMk id="34" creationId="{A27480BB-3D61-3EBD-4667-3CBC44BF9F3C}"/>
          </ac:cxnSpMkLst>
        </pc:cxnChg>
        <pc:cxnChg chg="add mod">
          <ac:chgData name="Smith, David" userId="846a1c0a-3ddd-4f2e-a4ac-5d295891fe61" providerId="ADAL" clId="{DCEB6AFB-84CF-4592-8FAB-79E8761D8FE5}" dt="2026-06-10T16:57:56.606" v="1712"/>
          <ac:cxnSpMkLst>
            <pc:docMk/>
            <pc:sldMk cId="3091189251" sldId="267"/>
            <ac:cxnSpMk id="35" creationId="{207307A6-74DC-3C13-6BD0-00EED5D6FB0F}"/>
          </ac:cxnSpMkLst>
        </pc:cxnChg>
        <pc:cxnChg chg="add mod">
          <ac:chgData name="Smith, David" userId="846a1c0a-3ddd-4f2e-a4ac-5d295891fe61" providerId="ADAL" clId="{DCEB6AFB-84CF-4592-8FAB-79E8761D8FE5}" dt="2026-06-10T16:58:11.183" v="1714"/>
          <ac:cxnSpMkLst>
            <pc:docMk/>
            <pc:sldMk cId="3091189251" sldId="267"/>
            <ac:cxnSpMk id="38" creationId="{9CBD0231-F303-C013-AEA5-BD59061D21F9}"/>
          </ac:cxnSpMkLst>
        </pc:cxnChg>
      </pc:sldChg>
      <pc:sldChg chg="addSp delSp modSp new mod">
        <pc:chgData name="Smith, David" userId="846a1c0a-3ddd-4f2e-a4ac-5d295891fe61" providerId="ADAL" clId="{DCEB6AFB-84CF-4592-8FAB-79E8761D8FE5}" dt="2026-06-10T19:00:01.038" v="2335" actId="20577"/>
        <pc:sldMkLst>
          <pc:docMk/>
          <pc:sldMk cId="1778809250" sldId="268"/>
        </pc:sldMkLst>
        <pc:spChg chg="del">
          <ac:chgData name="Smith, David" userId="846a1c0a-3ddd-4f2e-a4ac-5d295891fe61" providerId="ADAL" clId="{DCEB6AFB-84CF-4592-8FAB-79E8761D8FE5}" dt="2026-06-10T18:50:17.164" v="2095" actId="478"/>
          <ac:spMkLst>
            <pc:docMk/>
            <pc:sldMk cId="1778809250" sldId="268"/>
            <ac:spMk id="2" creationId="{C78F275B-E795-4B82-4962-A7BE4E7F1C1D}"/>
          </ac:spMkLst>
        </pc:spChg>
        <pc:spChg chg="del">
          <ac:chgData name="Smith, David" userId="846a1c0a-3ddd-4f2e-a4ac-5d295891fe61" providerId="ADAL" clId="{DCEB6AFB-84CF-4592-8FAB-79E8761D8FE5}" dt="2026-06-10T18:50:21.207" v="2097" actId="478"/>
          <ac:spMkLst>
            <pc:docMk/>
            <pc:sldMk cId="1778809250" sldId="268"/>
            <ac:spMk id="3" creationId="{F2D70F63-0F6C-4A28-8629-77FC6370F0CA}"/>
          </ac:spMkLst>
        </pc:spChg>
        <pc:spChg chg="add mod">
          <ac:chgData name="Smith, David" userId="846a1c0a-3ddd-4f2e-a4ac-5d295891fe61" providerId="ADAL" clId="{DCEB6AFB-84CF-4592-8FAB-79E8761D8FE5}" dt="2026-06-10T18:50:07.771" v="2092"/>
          <ac:spMkLst>
            <pc:docMk/>
            <pc:sldMk cId="1778809250" sldId="268"/>
            <ac:spMk id="4" creationId="{0AF004D0-B6C4-FC89-C275-E43D25A0D078}"/>
          </ac:spMkLst>
        </pc:spChg>
        <pc:spChg chg="add del mod">
          <ac:chgData name="Smith, David" userId="846a1c0a-3ddd-4f2e-a4ac-5d295891fe61" providerId="ADAL" clId="{DCEB6AFB-84CF-4592-8FAB-79E8761D8FE5}" dt="2026-06-10T18:50:15.391" v="2094" actId="478"/>
          <ac:spMkLst>
            <pc:docMk/>
            <pc:sldMk cId="1778809250" sldId="268"/>
            <ac:spMk id="5" creationId="{60921CE0-E7B1-FA2E-B908-DE423FBA33D5}"/>
          </ac:spMkLst>
        </pc:spChg>
        <pc:spChg chg="add mod">
          <ac:chgData name="Smith, David" userId="846a1c0a-3ddd-4f2e-a4ac-5d295891fe61" providerId="ADAL" clId="{DCEB6AFB-84CF-4592-8FAB-79E8761D8FE5}" dt="2026-06-10T18:53:18.039" v="2140" actId="20577"/>
          <ac:spMkLst>
            <pc:docMk/>
            <pc:sldMk cId="1778809250" sldId="268"/>
            <ac:spMk id="6" creationId="{4E8420D8-741C-93C5-3872-76DAE08FB1C0}"/>
          </ac:spMkLst>
        </pc:spChg>
        <pc:spChg chg="add mod">
          <ac:chgData name="Smith, David" userId="846a1c0a-3ddd-4f2e-a4ac-5d295891fe61" providerId="ADAL" clId="{DCEB6AFB-84CF-4592-8FAB-79E8761D8FE5}" dt="2026-06-10T18:57:10.084" v="2304" actId="207"/>
          <ac:spMkLst>
            <pc:docMk/>
            <pc:sldMk cId="1778809250" sldId="268"/>
            <ac:spMk id="10" creationId="{FEB9C88E-2613-A90B-1F92-D33E6FC664B6}"/>
          </ac:spMkLst>
        </pc:spChg>
        <pc:spChg chg="mod">
          <ac:chgData name="Smith, David" userId="846a1c0a-3ddd-4f2e-a4ac-5d295891fe61" providerId="ADAL" clId="{DCEB6AFB-84CF-4592-8FAB-79E8761D8FE5}" dt="2026-06-10T18:56:53.329" v="2300" actId="208"/>
          <ac:spMkLst>
            <pc:docMk/>
            <pc:sldMk cId="1778809250" sldId="268"/>
            <ac:spMk id="11" creationId="{FB4A8E0F-9DA0-69A0-3940-87CCF18C66E0}"/>
          </ac:spMkLst>
        </pc:spChg>
        <pc:spChg chg="add mod">
          <ac:chgData name="Smith, David" userId="846a1c0a-3ddd-4f2e-a4ac-5d295891fe61" providerId="ADAL" clId="{DCEB6AFB-84CF-4592-8FAB-79E8761D8FE5}" dt="2026-06-10T18:57:13.688" v="2305" actId="207"/>
          <ac:spMkLst>
            <pc:docMk/>
            <pc:sldMk cId="1778809250" sldId="268"/>
            <ac:spMk id="12" creationId="{262B9C33-B12E-180F-4933-967734170319}"/>
          </ac:spMkLst>
        </pc:spChg>
        <pc:spChg chg="add mod">
          <ac:chgData name="Smith, David" userId="846a1c0a-3ddd-4f2e-a4ac-5d295891fe61" providerId="ADAL" clId="{DCEB6AFB-84CF-4592-8FAB-79E8761D8FE5}" dt="2026-06-10T18:57:16.569" v="2306" actId="207"/>
          <ac:spMkLst>
            <pc:docMk/>
            <pc:sldMk cId="1778809250" sldId="268"/>
            <ac:spMk id="13" creationId="{19DE0303-C581-910D-7E14-26E8E39FD969}"/>
          </ac:spMkLst>
        </pc:spChg>
        <pc:spChg chg="add mod">
          <ac:chgData name="Smith, David" userId="846a1c0a-3ddd-4f2e-a4ac-5d295891fe61" providerId="ADAL" clId="{DCEB6AFB-84CF-4592-8FAB-79E8761D8FE5}" dt="2026-06-10T18:53:56.155" v="2146" actId="1076"/>
          <ac:spMkLst>
            <pc:docMk/>
            <pc:sldMk cId="1778809250" sldId="268"/>
            <ac:spMk id="14" creationId="{605C75E9-3966-5E56-C644-A4389A30B0E2}"/>
          </ac:spMkLst>
        </pc:spChg>
        <pc:spChg chg="add mod">
          <ac:chgData name="Smith, David" userId="846a1c0a-3ddd-4f2e-a4ac-5d295891fe61" providerId="ADAL" clId="{DCEB6AFB-84CF-4592-8FAB-79E8761D8FE5}" dt="2026-06-10T18:54:42.864" v="2150" actId="14100"/>
          <ac:spMkLst>
            <pc:docMk/>
            <pc:sldMk cId="1778809250" sldId="268"/>
            <ac:spMk id="15" creationId="{6BCAA7A4-F511-BC1E-DE82-3E32F63D9B6E}"/>
          </ac:spMkLst>
        </pc:spChg>
        <pc:spChg chg="add mod">
          <ac:chgData name="Smith, David" userId="846a1c0a-3ddd-4f2e-a4ac-5d295891fe61" providerId="ADAL" clId="{DCEB6AFB-84CF-4592-8FAB-79E8761D8FE5}" dt="2026-06-10T18:54:45.056" v="2151" actId="14100"/>
          <ac:spMkLst>
            <pc:docMk/>
            <pc:sldMk cId="1778809250" sldId="268"/>
            <ac:spMk id="16" creationId="{BE48C6BA-6B3B-302F-8053-5316F067A9DF}"/>
          </ac:spMkLst>
        </pc:spChg>
        <pc:spChg chg="add mod">
          <ac:chgData name="Smith, David" userId="846a1c0a-3ddd-4f2e-a4ac-5d295891fe61" providerId="ADAL" clId="{DCEB6AFB-84CF-4592-8FAB-79E8761D8FE5}" dt="2026-06-10T18:53:56.155" v="2146" actId="1076"/>
          <ac:spMkLst>
            <pc:docMk/>
            <pc:sldMk cId="1778809250" sldId="268"/>
            <ac:spMk id="17" creationId="{33498E1C-5D5F-3BEB-D2B8-B95B88944D60}"/>
          </ac:spMkLst>
        </pc:spChg>
        <pc:spChg chg="add mod">
          <ac:chgData name="Smith, David" userId="846a1c0a-3ddd-4f2e-a4ac-5d295891fe61" providerId="ADAL" clId="{DCEB6AFB-84CF-4592-8FAB-79E8761D8FE5}" dt="2026-06-10T18:53:56.155" v="2146" actId="1076"/>
          <ac:spMkLst>
            <pc:docMk/>
            <pc:sldMk cId="1778809250" sldId="268"/>
            <ac:spMk id="18" creationId="{83495831-2282-CA0D-8607-2DEFFE20D616}"/>
          </ac:spMkLst>
        </pc:spChg>
        <pc:spChg chg="add mod">
          <ac:chgData name="Smith, David" userId="846a1c0a-3ddd-4f2e-a4ac-5d295891fe61" providerId="ADAL" clId="{DCEB6AFB-84CF-4592-8FAB-79E8761D8FE5}" dt="2026-06-10T18:53:56.155" v="2146" actId="1076"/>
          <ac:spMkLst>
            <pc:docMk/>
            <pc:sldMk cId="1778809250" sldId="268"/>
            <ac:spMk id="20" creationId="{E1E1957D-E050-6975-A6BB-6565A159E381}"/>
          </ac:spMkLst>
        </pc:spChg>
        <pc:spChg chg="mod">
          <ac:chgData name="Smith, David" userId="846a1c0a-3ddd-4f2e-a4ac-5d295891fe61" providerId="ADAL" clId="{DCEB6AFB-84CF-4592-8FAB-79E8761D8FE5}" dt="2026-06-10T18:54:34.582" v="2149" actId="20577"/>
          <ac:spMkLst>
            <pc:docMk/>
            <pc:sldMk cId="1778809250" sldId="268"/>
            <ac:spMk id="22" creationId="{C43B9819-BC50-7C55-18B8-AEDEEC973455}"/>
          </ac:spMkLst>
        </pc:spChg>
        <pc:spChg chg="add mod">
          <ac:chgData name="Smith, David" userId="846a1c0a-3ddd-4f2e-a4ac-5d295891fe61" providerId="ADAL" clId="{DCEB6AFB-84CF-4592-8FAB-79E8761D8FE5}" dt="2026-06-10T18:53:56.155" v="2146" actId="1076"/>
          <ac:spMkLst>
            <pc:docMk/>
            <pc:sldMk cId="1778809250" sldId="268"/>
            <ac:spMk id="23" creationId="{992A53A0-36F1-9F59-4A60-638BD5C839A1}"/>
          </ac:spMkLst>
        </pc:spChg>
        <pc:spChg chg="add mod">
          <ac:chgData name="Smith, David" userId="846a1c0a-3ddd-4f2e-a4ac-5d295891fe61" providerId="ADAL" clId="{DCEB6AFB-84CF-4592-8FAB-79E8761D8FE5}" dt="2026-06-10T18:54:51.317" v="2153" actId="14100"/>
          <ac:spMkLst>
            <pc:docMk/>
            <pc:sldMk cId="1778809250" sldId="268"/>
            <ac:spMk id="26" creationId="{487D4D54-EB02-119A-3453-A2670E103F61}"/>
          </ac:spMkLst>
        </pc:spChg>
        <pc:spChg chg="add mod">
          <ac:chgData name="Smith, David" userId="846a1c0a-3ddd-4f2e-a4ac-5d295891fe61" providerId="ADAL" clId="{DCEB6AFB-84CF-4592-8FAB-79E8761D8FE5}" dt="2026-06-10T18:54:56.722" v="2155" actId="20577"/>
          <ac:spMkLst>
            <pc:docMk/>
            <pc:sldMk cId="1778809250" sldId="268"/>
            <ac:spMk id="27" creationId="{CB19BF36-29E0-662F-2121-37DBCB25EDD4}"/>
          </ac:spMkLst>
        </pc:spChg>
        <pc:spChg chg="add mod">
          <ac:chgData name="Smith, David" userId="846a1c0a-3ddd-4f2e-a4ac-5d295891fe61" providerId="ADAL" clId="{DCEB6AFB-84CF-4592-8FAB-79E8761D8FE5}" dt="2026-06-10T19:00:01.038" v="2335" actId="20577"/>
          <ac:spMkLst>
            <pc:docMk/>
            <pc:sldMk cId="1778809250" sldId="268"/>
            <ac:spMk id="28" creationId="{B260E763-C666-0641-3AC0-56A6EFC83482}"/>
          </ac:spMkLst>
        </pc:spChg>
        <pc:spChg chg="add mod">
          <ac:chgData name="Smith, David" userId="846a1c0a-3ddd-4f2e-a4ac-5d295891fe61" providerId="ADAL" clId="{DCEB6AFB-84CF-4592-8FAB-79E8761D8FE5}" dt="2026-06-10T18:57:52.319" v="2325" actId="1076"/>
          <ac:spMkLst>
            <pc:docMk/>
            <pc:sldMk cId="1778809250" sldId="268"/>
            <ac:spMk id="29" creationId="{7D9B5937-5BC5-81BC-AD20-85DE0B27B55D}"/>
          </ac:spMkLst>
        </pc:spChg>
        <pc:picChg chg="add mod">
          <ac:chgData name="Smith, David" userId="846a1c0a-3ddd-4f2e-a4ac-5d295891fe61" providerId="ADAL" clId="{DCEB6AFB-84CF-4592-8FAB-79E8761D8FE5}" dt="2026-06-10T18:52:01.990" v="2112" actId="1076"/>
          <ac:picMkLst>
            <pc:docMk/>
            <pc:sldMk cId="1778809250" sldId="268"/>
            <ac:picMk id="8" creationId="{7DAE59F2-2CD5-46E2-4458-16A47694EE02}"/>
          </ac:picMkLst>
        </pc:picChg>
      </pc:sldChg>
      <pc:sldChg chg="addSp delSp modSp add mod">
        <pc:chgData name="Smith, David" userId="846a1c0a-3ddd-4f2e-a4ac-5d295891fe61" providerId="ADAL" clId="{DCEB6AFB-84CF-4592-8FAB-79E8761D8FE5}" dt="2026-06-10T21:13:24.075" v="3400" actId="20577"/>
        <pc:sldMkLst>
          <pc:docMk/>
          <pc:sldMk cId="1006360818" sldId="269"/>
        </pc:sldMkLst>
        <pc:spChg chg="mod">
          <ac:chgData name="Smith, David" userId="846a1c0a-3ddd-4f2e-a4ac-5d295891fe61" providerId="ADAL" clId="{DCEB6AFB-84CF-4592-8FAB-79E8761D8FE5}" dt="2026-06-10T21:13:24.075" v="3400" actId="20577"/>
          <ac:spMkLst>
            <pc:docMk/>
            <pc:sldMk cId="1006360818" sldId="269"/>
            <ac:spMk id="2" creationId="{E11739FF-B682-9CB5-8EF1-A94327ADE8CE}"/>
          </ac:spMkLst>
        </pc:spChg>
        <pc:spChg chg="mod">
          <ac:chgData name="Smith, David" userId="846a1c0a-3ddd-4f2e-a4ac-5d295891fe61" providerId="ADAL" clId="{DCEB6AFB-84CF-4592-8FAB-79E8761D8FE5}" dt="2026-06-10T18:18:54.948" v="1839" actId="13822"/>
          <ac:spMkLst>
            <pc:docMk/>
            <pc:sldMk cId="1006360818" sldId="269"/>
            <ac:spMk id="10" creationId="{FB349F08-862D-4AE7-17F3-5CFD6C721B41}"/>
          </ac:spMkLst>
        </pc:spChg>
        <pc:spChg chg="mod">
          <ac:chgData name="Smith, David" userId="846a1c0a-3ddd-4f2e-a4ac-5d295891fe61" providerId="ADAL" clId="{DCEB6AFB-84CF-4592-8FAB-79E8761D8FE5}" dt="2026-06-10T18:19:02.427" v="1842" actId="13822"/>
          <ac:spMkLst>
            <pc:docMk/>
            <pc:sldMk cId="1006360818" sldId="269"/>
            <ac:spMk id="11" creationId="{7C702B27-AC03-9FC3-6A0C-F751DA81AFD4}"/>
          </ac:spMkLst>
        </pc:spChg>
        <pc:spChg chg="mod">
          <ac:chgData name="Smith, David" userId="846a1c0a-3ddd-4f2e-a4ac-5d295891fe61" providerId="ADAL" clId="{DCEB6AFB-84CF-4592-8FAB-79E8761D8FE5}" dt="2026-06-10T18:18:59.825" v="1841" actId="13822"/>
          <ac:spMkLst>
            <pc:docMk/>
            <pc:sldMk cId="1006360818" sldId="269"/>
            <ac:spMk id="12" creationId="{04536999-CC3D-B4C9-1056-C084CA680DE5}"/>
          </ac:spMkLst>
        </pc:spChg>
        <pc:spChg chg="mod">
          <ac:chgData name="Smith, David" userId="846a1c0a-3ddd-4f2e-a4ac-5d295891fe61" providerId="ADAL" clId="{DCEB6AFB-84CF-4592-8FAB-79E8761D8FE5}" dt="2026-06-10T18:18:51.483" v="1838" actId="13822"/>
          <ac:spMkLst>
            <pc:docMk/>
            <pc:sldMk cId="1006360818" sldId="269"/>
            <ac:spMk id="14" creationId="{E0B17EA1-622B-50F5-6E79-27E418CACEBD}"/>
          </ac:spMkLst>
        </pc:spChg>
        <pc:spChg chg="mod">
          <ac:chgData name="Smith, David" userId="846a1c0a-3ddd-4f2e-a4ac-5d295891fe61" providerId="ADAL" clId="{DCEB6AFB-84CF-4592-8FAB-79E8761D8FE5}" dt="2026-06-10T18:25:31.721" v="1867" actId="13822"/>
          <ac:spMkLst>
            <pc:docMk/>
            <pc:sldMk cId="1006360818" sldId="269"/>
            <ac:spMk id="19" creationId="{8E07DAF3-9BFA-84CC-2D81-B5112C0A5D4C}"/>
          </ac:spMkLst>
        </pc:spChg>
        <pc:spChg chg="add mod">
          <ac:chgData name="Smith, David" userId="846a1c0a-3ddd-4f2e-a4ac-5d295891fe61" providerId="ADAL" clId="{DCEB6AFB-84CF-4592-8FAB-79E8761D8FE5}" dt="2026-06-10T18:21:59.827" v="1852" actId="1076"/>
          <ac:spMkLst>
            <pc:docMk/>
            <pc:sldMk cId="1006360818" sldId="269"/>
            <ac:spMk id="24" creationId="{581FD618-F7F2-8B07-8ADF-A7E3AE06B40E}"/>
          </ac:spMkLst>
        </pc:spChg>
        <pc:spChg chg="add mod">
          <ac:chgData name="Smith, David" userId="846a1c0a-3ddd-4f2e-a4ac-5d295891fe61" providerId="ADAL" clId="{DCEB6AFB-84CF-4592-8FAB-79E8761D8FE5}" dt="2026-06-10T18:22:08.856" v="1853" actId="571"/>
          <ac:spMkLst>
            <pc:docMk/>
            <pc:sldMk cId="1006360818" sldId="269"/>
            <ac:spMk id="25" creationId="{9656B0A9-DD63-929C-4835-11D3EB77E674}"/>
          </ac:spMkLst>
        </pc:spChg>
        <pc:spChg chg="add mod">
          <ac:chgData name="Smith, David" userId="846a1c0a-3ddd-4f2e-a4ac-5d295891fe61" providerId="ADAL" clId="{DCEB6AFB-84CF-4592-8FAB-79E8761D8FE5}" dt="2026-06-10T18:22:25.868" v="1855" actId="13822"/>
          <ac:spMkLst>
            <pc:docMk/>
            <pc:sldMk cId="1006360818" sldId="269"/>
            <ac:spMk id="33" creationId="{63AE8AEB-91FB-0EFF-D784-EEDDC2787F38}"/>
          </ac:spMkLst>
        </pc:spChg>
        <pc:spChg chg="add mod">
          <ac:chgData name="Smith, David" userId="846a1c0a-3ddd-4f2e-a4ac-5d295891fe61" providerId="ADAL" clId="{DCEB6AFB-84CF-4592-8FAB-79E8761D8FE5}" dt="2026-06-10T18:25:25.469" v="1866" actId="1076"/>
          <ac:spMkLst>
            <pc:docMk/>
            <pc:sldMk cId="1006360818" sldId="269"/>
            <ac:spMk id="36" creationId="{6A6BDEDB-7AD1-EEE7-6EF6-528D5A19792B}"/>
          </ac:spMkLst>
        </pc:spChg>
        <pc:spChg chg="del">
          <ac:chgData name="Smith, David" userId="846a1c0a-3ddd-4f2e-a4ac-5d295891fe61" providerId="ADAL" clId="{DCEB6AFB-84CF-4592-8FAB-79E8761D8FE5}" dt="2026-06-10T18:18:30.867" v="1832" actId="478"/>
          <ac:spMkLst>
            <pc:docMk/>
            <pc:sldMk cId="1006360818" sldId="269"/>
            <ac:spMk id="41" creationId="{796C57CF-5F16-EE30-D3BC-520073494C83}"/>
          </ac:spMkLst>
        </pc:spChg>
        <pc:spChg chg="del">
          <ac:chgData name="Smith, David" userId="846a1c0a-3ddd-4f2e-a4ac-5d295891fe61" providerId="ADAL" clId="{DCEB6AFB-84CF-4592-8FAB-79E8761D8FE5}" dt="2026-06-10T18:18:35.683" v="1834" actId="478"/>
          <ac:spMkLst>
            <pc:docMk/>
            <pc:sldMk cId="1006360818" sldId="269"/>
            <ac:spMk id="42" creationId="{3570DDEE-A0B6-98FF-E371-1A188F33CAEB}"/>
          </ac:spMkLst>
        </pc:spChg>
        <pc:spChg chg="del">
          <ac:chgData name="Smith, David" userId="846a1c0a-3ddd-4f2e-a4ac-5d295891fe61" providerId="ADAL" clId="{DCEB6AFB-84CF-4592-8FAB-79E8761D8FE5}" dt="2026-06-10T18:18:42.404" v="1836" actId="478"/>
          <ac:spMkLst>
            <pc:docMk/>
            <pc:sldMk cId="1006360818" sldId="269"/>
            <ac:spMk id="43" creationId="{385AEFA5-3998-B927-9187-69B0229BB14E}"/>
          </ac:spMkLst>
        </pc:spChg>
        <pc:spChg chg="del">
          <ac:chgData name="Smith, David" userId="846a1c0a-3ddd-4f2e-a4ac-5d295891fe61" providerId="ADAL" clId="{DCEB6AFB-84CF-4592-8FAB-79E8761D8FE5}" dt="2026-06-10T18:19:10.212" v="1843" actId="478"/>
          <ac:spMkLst>
            <pc:docMk/>
            <pc:sldMk cId="1006360818" sldId="269"/>
            <ac:spMk id="44" creationId="{D1BD5B88-1529-F3E1-1C50-3F8896252FB4}"/>
          </ac:spMkLst>
        </pc:spChg>
        <pc:spChg chg="mod">
          <ac:chgData name="Smith, David" userId="846a1c0a-3ddd-4f2e-a4ac-5d295891fe61" providerId="ADAL" clId="{DCEB6AFB-84CF-4592-8FAB-79E8761D8FE5}" dt="2026-06-10T18:34:28.646" v="1977" actId="20577"/>
          <ac:spMkLst>
            <pc:docMk/>
            <pc:sldMk cId="1006360818" sldId="269"/>
            <ac:spMk id="45" creationId="{A9B54ACA-4842-9194-84FA-DCF4DAA1034E}"/>
          </ac:spMkLst>
        </pc:spChg>
        <pc:picChg chg="add mod">
          <ac:chgData name="Smith, David" userId="846a1c0a-3ddd-4f2e-a4ac-5d295891fe61" providerId="ADAL" clId="{DCEB6AFB-84CF-4592-8FAB-79E8761D8FE5}" dt="2026-06-10T18:20:03.760" v="1848" actId="1076"/>
          <ac:picMkLst>
            <pc:docMk/>
            <pc:sldMk cId="1006360818" sldId="269"/>
            <ac:picMk id="21" creationId="{F2A183AB-99A5-46C0-94AF-7FF8F333C8B4}"/>
          </ac:picMkLst>
        </pc:picChg>
        <pc:cxnChg chg="del mod">
          <ac:chgData name="Smith, David" userId="846a1c0a-3ddd-4f2e-a4ac-5d295891fe61" providerId="ADAL" clId="{DCEB6AFB-84CF-4592-8FAB-79E8761D8FE5}" dt="2026-06-10T18:18:40.019" v="1835" actId="478"/>
          <ac:cxnSpMkLst>
            <pc:docMk/>
            <pc:sldMk cId="1006360818" sldId="269"/>
            <ac:cxnSpMk id="34" creationId="{4D0FAFCE-2F41-1A68-2C7D-9AB31912791A}"/>
          </ac:cxnSpMkLst>
        </pc:cxnChg>
        <pc:cxnChg chg="del mod">
          <ac:chgData name="Smith, David" userId="846a1c0a-3ddd-4f2e-a4ac-5d295891fe61" providerId="ADAL" clId="{DCEB6AFB-84CF-4592-8FAB-79E8761D8FE5}" dt="2026-06-10T18:18:33.466" v="1833" actId="478"/>
          <ac:cxnSpMkLst>
            <pc:docMk/>
            <pc:sldMk cId="1006360818" sldId="269"/>
            <ac:cxnSpMk id="35" creationId="{CB153AA8-061C-C896-ADEC-11218480DED9}"/>
          </ac:cxnSpMkLst>
        </pc:cxnChg>
        <pc:cxnChg chg="del mod">
          <ac:chgData name="Smith, David" userId="846a1c0a-3ddd-4f2e-a4ac-5d295891fe61" providerId="ADAL" clId="{DCEB6AFB-84CF-4592-8FAB-79E8761D8FE5}" dt="2026-06-10T18:18:44.083" v="1837" actId="478"/>
          <ac:cxnSpMkLst>
            <pc:docMk/>
            <pc:sldMk cId="1006360818" sldId="269"/>
            <ac:cxnSpMk id="38" creationId="{F670E0C5-9687-F870-817F-0D5302C2655D}"/>
          </ac:cxnSpMkLst>
        </pc:cxnChg>
        <pc:cxnChg chg="add mod">
          <ac:chgData name="Smith, David" userId="846a1c0a-3ddd-4f2e-a4ac-5d295891fe61" providerId="ADAL" clId="{DCEB6AFB-84CF-4592-8FAB-79E8761D8FE5}" dt="2026-06-10T18:25:42.625" v="1869" actId="13822"/>
          <ac:cxnSpMkLst>
            <pc:docMk/>
            <pc:sldMk cId="1006360818" sldId="269"/>
            <ac:cxnSpMk id="39" creationId="{FE92E48C-08F2-D2DB-E769-BCC618E515F1}"/>
          </ac:cxnSpMkLst>
        </pc:cxnChg>
      </pc:sldChg>
      <pc:sldChg chg="addSp delSp modSp new mod">
        <pc:chgData name="Smith, David" userId="846a1c0a-3ddd-4f2e-a4ac-5d295891fe61" providerId="ADAL" clId="{DCEB6AFB-84CF-4592-8FAB-79E8761D8FE5}" dt="2026-06-10T21:08:45.946" v="3386" actId="1076"/>
        <pc:sldMkLst>
          <pc:docMk/>
          <pc:sldMk cId="2159462740" sldId="270"/>
        </pc:sldMkLst>
        <pc:spChg chg="mod">
          <ac:chgData name="Smith, David" userId="846a1c0a-3ddd-4f2e-a4ac-5d295891fe61" providerId="ADAL" clId="{DCEB6AFB-84CF-4592-8FAB-79E8761D8FE5}" dt="2026-06-10T18:53:43.367" v="2144" actId="1076"/>
          <ac:spMkLst>
            <pc:docMk/>
            <pc:sldMk cId="2159462740" sldId="270"/>
            <ac:spMk id="2" creationId="{16FED22E-CD41-FCF5-AB6A-F35CA3B605C0}"/>
          </ac:spMkLst>
        </pc:spChg>
        <pc:spChg chg="del">
          <ac:chgData name="Smith, David" userId="846a1c0a-3ddd-4f2e-a4ac-5d295891fe61" providerId="ADAL" clId="{DCEB6AFB-84CF-4592-8FAB-79E8761D8FE5}" dt="2026-06-10T18:35:13.103" v="1993" actId="478"/>
          <ac:spMkLst>
            <pc:docMk/>
            <pc:sldMk cId="2159462740" sldId="270"/>
            <ac:spMk id="3" creationId="{67E129D6-928C-D43E-9120-0F33859B5ECF}"/>
          </ac:spMkLst>
        </pc:spChg>
        <pc:spChg chg="add mod">
          <ac:chgData name="Smith, David" userId="846a1c0a-3ddd-4f2e-a4ac-5d295891fe61" providerId="ADAL" clId="{DCEB6AFB-84CF-4592-8FAB-79E8761D8FE5}" dt="2026-06-10T18:39:04.279" v="2002"/>
          <ac:spMkLst>
            <pc:docMk/>
            <pc:sldMk cId="2159462740" sldId="270"/>
            <ac:spMk id="4" creationId="{6DD119FA-EB2E-7822-7C51-62DE11F41890}"/>
          </ac:spMkLst>
        </pc:spChg>
        <pc:spChg chg="add mod">
          <ac:chgData name="Smith, David" userId="846a1c0a-3ddd-4f2e-a4ac-5d295891fe61" providerId="ADAL" clId="{DCEB6AFB-84CF-4592-8FAB-79E8761D8FE5}" dt="2026-06-10T18:47:20.935" v="2064" actId="1076"/>
          <ac:spMkLst>
            <pc:docMk/>
            <pc:sldMk cId="2159462740" sldId="270"/>
            <ac:spMk id="5" creationId="{A89AD099-73FC-3D26-5776-DC1D5102FB5C}"/>
          </ac:spMkLst>
        </pc:spChg>
        <pc:spChg chg="add mod">
          <ac:chgData name="Smith, David" userId="846a1c0a-3ddd-4f2e-a4ac-5d295891fe61" providerId="ADAL" clId="{DCEB6AFB-84CF-4592-8FAB-79E8761D8FE5}" dt="2026-06-10T18:47:20.935" v="2064" actId="1076"/>
          <ac:spMkLst>
            <pc:docMk/>
            <pc:sldMk cId="2159462740" sldId="270"/>
            <ac:spMk id="6" creationId="{6A898359-76A6-F151-1A38-82676E7B389E}"/>
          </ac:spMkLst>
        </pc:spChg>
        <pc:spChg chg="add mod">
          <ac:chgData name="Smith, David" userId="846a1c0a-3ddd-4f2e-a4ac-5d295891fe61" providerId="ADAL" clId="{DCEB6AFB-84CF-4592-8FAB-79E8761D8FE5}" dt="2026-06-10T18:47:20.935" v="2064" actId="1076"/>
          <ac:spMkLst>
            <pc:docMk/>
            <pc:sldMk cId="2159462740" sldId="270"/>
            <ac:spMk id="7" creationId="{BB827D8D-4DAF-9F6A-1215-1605924D784D}"/>
          </ac:spMkLst>
        </pc:spChg>
        <pc:spChg chg="add mod">
          <ac:chgData name="Smith, David" userId="846a1c0a-3ddd-4f2e-a4ac-5d295891fe61" providerId="ADAL" clId="{DCEB6AFB-84CF-4592-8FAB-79E8761D8FE5}" dt="2026-06-10T18:43:00.534" v="2011" actId="1076"/>
          <ac:spMkLst>
            <pc:docMk/>
            <pc:sldMk cId="2159462740" sldId="270"/>
            <ac:spMk id="8" creationId="{5B806310-6946-1BAD-2D43-189BDA82BEBB}"/>
          </ac:spMkLst>
        </pc:spChg>
        <pc:spChg chg="add mod">
          <ac:chgData name="Smith, David" userId="846a1c0a-3ddd-4f2e-a4ac-5d295891fe61" providerId="ADAL" clId="{DCEB6AFB-84CF-4592-8FAB-79E8761D8FE5}" dt="2026-06-10T18:47:20.935" v="2064" actId="1076"/>
          <ac:spMkLst>
            <pc:docMk/>
            <pc:sldMk cId="2159462740" sldId="270"/>
            <ac:spMk id="9" creationId="{806D7FCA-EB15-7A75-E626-924A71C0C705}"/>
          </ac:spMkLst>
        </pc:spChg>
        <pc:spChg chg="add mod">
          <ac:chgData name="Smith, David" userId="846a1c0a-3ddd-4f2e-a4ac-5d295891fe61" providerId="ADAL" clId="{DCEB6AFB-84CF-4592-8FAB-79E8761D8FE5}" dt="2026-06-10T21:07:36.999" v="3381" actId="1076"/>
          <ac:spMkLst>
            <pc:docMk/>
            <pc:sldMk cId="2159462740" sldId="270"/>
            <ac:spMk id="10" creationId="{F3403207-D0E1-43CB-EBE9-64C44941C143}"/>
          </ac:spMkLst>
        </pc:spChg>
        <pc:spChg chg="add mod">
          <ac:chgData name="Smith, David" userId="846a1c0a-3ddd-4f2e-a4ac-5d295891fe61" providerId="ADAL" clId="{DCEB6AFB-84CF-4592-8FAB-79E8761D8FE5}" dt="2026-06-10T21:07:36.999" v="3381" actId="1076"/>
          <ac:spMkLst>
            <pc:docMk/>
            <pc:sldMk cId="2159462740" sldId="270"/>
            <ac:spMk id="11" creationId="{E092E69D-FC11-757C-F4E5-87CC8E565E0F}"/>
          </ac:spMkLst>
        </pc:spChg>
        <pc:spChg chg="add mod">
          <ac:chgData name="Smith, David" userId="846a1c0a-3ddd-4f2e-a4ac-5d295891fe61" providerId="ADAL" clId="{DCEB6AFB-84CF-4592-8FAB-79E8761D8FE5}" dt="2026-06-10T21:07:36.999" v="3381" actId="1076"/>
          <ac:spMkLst>
            <pc:docMk/>
            <pc:sldMk cId="2159462740" sldId="270"/>
            <ac:spMk id="12" creationId="{0E3C0C0E-0AA7-6578-2F1D-4E19B015F0FF}"/>
          </ac:spMkLst>
        </pc:spChg>
        <pc:spChg chg="add mod">
          <ac:chgData name="Smith, David" userId="846a1c0a-3ddd-4f2e-a4ac-5d295891fe61" providerId="ADAL" clId="{DCEB6AFB-84CF-4592-8FAB-79E8761D8FE5}" dt="2026-06-10T18:46:56.646" v="2062" actId="14100"/>
          <ac:spMkLst>
            <pc:docMk/>
            <pc:sldMk cId="2159462740" sldId="270"/>
            <ac:spMk id="13" creationId="{05669C4A-DE9A-A8A7-F8FC-FF3F16FD4D6B}"/>
          </ac:spMkLst>
        </pc:spChg>
        <pc:spChg chg="add mod">
          <ac:chgData name="Smith, David" userId="846a1c0a-3ddd-4f2e-a4ac-5d295891fe61" providerId="ADAL" clId="{DCEB6AFB-84CF-4592-8FAB-79E8761D8FE5}" dt="2026-06-10T18:47:20.935" v="2064" actId="1076"/>
          <ac:spMkLst>
            <pc:docMk/>
            <pc:sldMk cId="2159462740" sldId="270"/>
            <ac:spMk id="14" creationId="{1278E255-4E31-3840-BEF7-E703076A43B1}"/>
          </ac:spMkLst>
        </pc:spChg>
        <pc:spChg chg="add mod">
          <ac:chgData name="Smith, David" userId="846a1c0a-3ddd-4f2e-a4ac-5d295891fe61" providerId="ADAL" clId="{DCEB6AFB-84CF-4592-8FAB-79E8761D8FE5}" dt="2026-06-10T18:45:19.598" v="2046" actId="20577"/>
          <ac:spMkLst>
            <pc:docMk/>
            <pc:sldMk cId="2159462740" sldId="270"/>
            <ac:spMk id="15" creationId="{2B3D69A2-CB5A-E665-3076-DA091D648A72}"/>
          </ac:spMkLst>
        </pc:spChg>
        <pc:spChg chg="add mod">
          <ac:chgData name="Smith, David" userId="846a1c0a-3ddd-4f2e-a4ac-5d295891fe61" providerId="ADAL" clId="{DCEB6AFB-84CF-4592-8FAB-79E8761D8FE5}" dt="2026-06-10T21:07:36.999" v="3381" actId="1076"/>
          <ac:spMkLst>
            <pc:docMk/>
            <pc:sldMk cId="2159462740" sldId="270"/>
            <ac:spMk id="16" creationId="{88A8B16E-F6B4-1DFF-306A-ADFC00347D6D}"/>
          </ac:spMkLst>
        </pc:spChg>
        <pc:spChg chg="add mod">
          <ac:chgData name="Smith, David" userId="846a1c0a-3ddd-4f2e-a4ac-5d295891fe61" providerId="ADAL" clId="{DCEB6AFB-84CF-4592-8FAB-79E8761D8FE5}" dt="2026-06-10T18:46:32.015" v="2057" actId="20577"/>
          <ac:spMkLst>
            <pc:docMk/>
            <pc:sldMk cId="2159462740" sldId="270"/>
            <ac:spMk id="17" creationId="{EA11586F-62DC-1DA3-2C15-0DEA8B943179}"/>
          </ac:spMkLst>
        </pc:spChg>
        <pc:spChg chg="add mod">
          <ac:chgData name="Smith, David" userId="846a1c0a-3ddd-4f2e-a4ac-5d295891fe61" providerId="ADAL" clId="{DCEB6AFB-84CF-4592-8FAB-79E8761D8FE5}" dt="2026-06-10T21:07:36.999" v="3381" actId="1076"/>
          <ac:spMkLst>
            <pc:docMk/>
            <pc:sldMk cId="2159462740" sldId="270"/>
            <ac:spMk id="18" creationId="{B9F4F756-C420-F915-BAFF-3C58FD468BC1}"/>
          </ac:spMkLst>
        </pc:spChg>
        <pc:spChg chg="add mod">
          <ac:chgData name="Smith, David" userId="846a1c0a-3ddd-4f2e-a4ac-5d295891fe61" providerId="ADAL" clId="{DCEB6AFB-84CF-4592-8FAB-79E8761D8FE5}" dt="2026-06-10T21:07:36.999" v="3381" actId="1076"/>
          <ac:spMkLst>
            <pc:docMk/>
            <pc:sldMk cId="2159462740" sldId="270"/>
            <ac:spMk id="19" creationId="{E7F52CA7-9AB4-5348-9AE5-E539BC81713B}"/>
          </ac:spMkLst>
        </pc:spChg>
        <pc:spChg chg="add del mod">
          <ac:chgData name="Smith, David" userId="846a1c0a-3ddd-4f2e-a4ac-5d295891fe61" providerId="ADAL" clId="{DCEB6AFB-84CF-4592-8FAB-79E8761D8FE5}" dt="2026-06-10T18:47:33.009" v="2069" actId="478"/>
          <ac:spMkLst>
            <pc:docMk/>
            <pc:sldMk cId="2159462740" sldId="270"/>
            <ac:spMk id="20" creationId="{087F3563-AE78-894B-E8F8-259137F00F32}"/>
          </ac:spMkLst>
        </pc:spChg>
        <pc:spChg chg="del">
          <ac:chgData name="Smith, David" userId="846a1c0a-3ddd-4f2e-a4ac-5d295891fe61" providerId="ADAL" clId="{DCEB6AFB-84CF-4592-8FAB-79E8761D8FE5}" dt="2026-06-10T18:47:32.497" v="2068" actId="478"/>
          <ac:spMkLst>
            <pc:docMk/>
            <pc:sldMk cId="2159462740" sldId="270"/>
            <ac:spMk id="21" creationId="{6F6FBF1D-6B6F-4B2B-BFE2-C75FA4184180}"/>
          </ac:spMkLst>
        </pc:spChg>
        <pc:spChg chg="add mod">
          <ac:chgData name="Smith, David" userId="846a1c0a-3ddd-4f2e-a4ac-5d295891fe61" providerId="ADAL" clId="{DCEB6AFB-84CF-4592-8FAB-79E8761D8FE5}" dt="2026-06-10T18:47:28.788" v="2066" actId="1076"/>
          <ac:spMkLst>
            <pc:docMk/>
            <pc:sldMk cId="2159462740" sldId="270"/>
            <ac:spMk id="22" creationId="{EE9A3D1E-F672-903A-9092-5287A054E01D}"/>
          </ac:spMkLst>
        </pc:spChg>
        <pc:spChg chg="add mod">
          <ac:chgData name="Smith, David" userId="846a1c0a-3ddd-4f2e-a4ac-5d295891fe61" providerId="ADAL" clId="{DCEB6AFB-84CF-4592-8FAB-79E8761D8FE5}" dt="2026-06-10T18:47:28.788" v="2066" actId="1076"/>
          <ac:spMkLst>
            <pc:docMk/>
            <pc:sldMk cId="2159462740" sldId="270"/>
            <ac:spMk id="23" creationId="{00A9395D-B975-B644-0AF8-1A93647E0F2C}"/>
          </ac:spMkLst>
        </pc:spChg>
        <pc:spChg chg="add del mod">
          <ac:chgData name="Smith, David" userId="846a1c0a-3ddd-4f2e-a4ac-5d295891fe61" providerId="ADAL" clId="{DCEB6AFB-84CF-4592-8FAB-79E8761D8FE5}" dt="2026-06-10T18:47:31.939" v="2067" actId="478"/>
          <ac:spMkLst>
            <pc:docMk/>
            <pc:sldMk cId="2159462740" sldId="270"/>
            <ac:spMk id="24" creationId="{F49AED29-F8C3-6343-F04B-5769EC0B3068}"/>
          </ac:spMkLst>
        </pc:spChg>
        <pc:spChg chg="add mod">
          <ac:chgData name="Smith, David" userId="846a1c0a-3ddd-4f2e-a4ac-5d295891fe61" providerId="ADAL" clId="{DCEB6AFB-84CF-4592-8FAB-79E8761D8FE5}" dt="2026-06-10T21:07:36.999" v="3381" actId="1076"/>
          <ac:spMkLst>
            <pc:docMk/>
            <pc:sldMk cId="2159462740" sldId="270"/>
            <ac:spMk id="25" creationId="{ED3E0F42-B2A2-9D3D-683A-86AC6DD596DA}"/>
          </ac:spMkLst>
        </pc:spChg>
        <pc:spChg chg="add del mod">
          <ac:chgData name="Smith, David" userId="846a1c0a-3ddd-4f2e-a4ac-5d295891fe61" providerId="ADAL" clId="{DCEB6AFB-84CF-4592-8FAB-79E8761D8FE5}" dt="2026-06-10T18:47:33.688" v="2070" actId="478"/>
          <ac:spMkLst>
            <pc:docMk/>
            <pc:sldMk cId="2159462740" sldId="270"/>
            <ac:spMk id="27" creationId="{DC789289-8CB7-4571-9DCA-5AD35099B962}"/>
          </ac:spMkLst>
        </pc:spChg>
        <pc:spChg chg="add mod">
          <ac:chgData name="Smith, David" userId="846a1c0a-3ddd-4f2e-a4ac-5d295891fe61" providerId="ADAL" clId="{DCEB6AFB-84CF-4592-8FAB-79E8761D8FE5}" dt="2026-06-10T18:47:28.788" v="2066" actId="1076"/>
          <ac:spMkLst>
            <pc:docMk/>
            <pc:sldMk cId="2159462740" sldId="270"/>
            <ac:spMk id="28" creationId="{138BE874-CFB4-0669-7A5E-2AF8E07803B4}"/>
          </ac:spMkLst>
        </pc:spChg>
        <pc:spChg chg="add mod">
          <ac:chgData name="Smith, David" userId="846a1c0a-3ddd-4f2e-a4ac-5d295891fe61" providerId="ADAL" clId="{DCEB6AFB-84CF-4592-8FAB-79E8761D8FE5}" dt="2026-06-10T21:07:36.999" v="3381" actId="1076"/>
          <ac:spMkLst>
            <pc:docMk/>
            <pc:sldMk cId="2159462740" sldId="270"/>
            <ac:spMk id="29" creationId="{F30C23D2-E9DA-9AEC-678F-5171112C6518}"/>
          </ac:spMkLst>
        </pc:spChg>
        <pc:spChg chg="add mod">
          <ac:chgData name="Smith, David" userId="846a1c0a-3ddd-4f2e-a4ac-5d295891fe61" providerId="ADAL" clId="{DCEB6AFB-84CF-4592-8FAB-79E8761D8FE5}" dt="2026-06-10T21:07:36.999" v="3381" actId="1076"/>
          <ac:spMkLst>
            <pc:docMk/>
            <pc:sldMk cId="2159462740" sldId="270"/>
            <ac:spMk id="30" creationId="{9D7D4584-5B1F-4524-B949-9DD4D46F2922}"/>
          </ac:spMkLst>
        </pc:spChg>
        <pc:spChg chg="add mod">
          <ac:chgData name="Smith, David" userId="846a1c0a-3ddd-4f2e-a4ac-5d295891fe61" providerId="ADAL" clId="{DCEB6AFB-84CF-4592-8FAB-79E8761D8FE5}" dt="2026-06-10T18:47:28.788" v="2066" actId="1076"/>
          <ac:spMkLst>
            <pc:docMk/>
            <pc:sldMk cId="2159462740" sldId="270"/>
            <ac:spMk id="31" creationId="{031F835E-C846-87F9-C102-5612FDF8C6BA}"/>
          </ac:spMkLst>
        </pc:spChg>
        <pc:spChg chg="add mod">
          <ac:chgData name="Smith, David" userId="846a1c0a-3ddd-4f2e-a4ac-5d295891fe61" providerId="ADAL" clId="{DCEB6AFB-84CF-4592-8FAB-79E8761D8FE5}" dt="2026-06-10T18:48:07.777" v="2081" actId="20577"/>
          <ac:spMkLst>
            <pc:docMk/>
            <pc:sldMk cId="2159462740" sldId="270"/>
            <ac:spMk id="33" creationId="{72B87122-30A5-5239-E349-B6FA4F94114F}"/>
          </ac:spMkLst>
        </pc:spChg>
        <pc:spChg chg="add mod">
          <ac:chgData name="Smith, David" userId="846a1c0a-3ddd-4f2e-a4ac-5d295891fe61" providerId="ADAL" clId="{DCEB6AFB-84CF-4592-8FAB-79E8761D8FE5}" dt="2026-06-10T21:07:05.367" v="3376" actId="1076"/>
          <ac:spMkLst>
            <pc:docMk/>
            <pc:sldMk cId="2159462740" sldId="270"/>
            <ac:spMk id="34" creationId="{D204E8B2-40C4-A6D0-3439-15DC2C97CC33}"/>
          </ac:spMkLst>
        </pc:spChg>
        <pc:spChg chg="add mod">
          <ac:chgData name="Smith, David" userId="846a1c0a-3ddd-4f2e-a4ac-5d295891fe61" providerId="ADAL" clId="{DCEB6AFB-84CF-4592-8FAB-79E8761D8FE5}" dt="2026-06-10T21:07:36.999" v="3381" actId="1076"/>
          <ac:spMkLst>
            <pc:docMk/>
            <pc:sldMk cId="2159462740" sldId="270"/>
            <ac:spMk id="35" creationId="{EAE55965-C651-CA9F-9B60-68BE84CF9DD7}"/>
          </ac:spMkLst>
        </pc:spChg>
        <pc:picChg chg="add del mod">
          <ac:chgData name="Smith, David" userId="846a1c0a-3ddd-4f2e-a4ac-5d295891fe61" providerId="ADAL" clId="{DCEB6AFB-84CF-4592-8FAB-79E8761D8FE5}" dt="2026-06-10T21:07:38.764" v="3382" actId="478"/>
          <ac:picMkLst>
            <pc:docMk/>
            <pc:sldMk cId="2159462740" sldId="270"/>
            <ac:picMk id="37" creationId="{513657C8-DCFC-7076-7AEF-83A2ABC3A928}"/>
          </ac:picMkLst>
        </pc:picChg>
        <pc:picChg chg="add mod">
          <ac:chgData name="Smith, David" userId="846a1c0a-3ddd-4f2e-a4ac-5d295891fe61" providerId="ADAL" clId="{DCEB6AFB-84CF-4592-8FAB-79E8761D8FE5}" dt="2026-06-10T21:08:45.946" v="3386" actId="1076"/>
          <ac:picMkLst>
            <pc:docMk/>
            <pc:sldMk cId="2159462740" sldId="270"/>
            <ac:picMk id="39" creationId="{EA59C87B-2EEB-E23F-8585-88274E18F56D}"/>
          </ac:picMkLst>
        </pc:picChg>
        <pc:picChg chg="add mod">
          <ac:chgData name="Smith, David" userId="846a1c0a-3ddd-4f2e-a4ac-5d295891fe61" providerId="ADAL" clId="{DCEB6AFB-84CF-4592-8FAB-79E8761D8FE5}" dt="2026-06-10T18:42:32.598" v="2003" actId="732"/>
          <ac:picMkLst>
            <pc:docMk/>
            <pc:sldMk cId="2159462740" sldId="270"/>
            <ac:picMk id="1026" creationId="{AD7BF3E6-2897-7827-74B6-D1625B69695D}"/>
          </ac:picMkLst>
        </pc:picChg>
      </pc:sldChg>
      <pc:sldChg chg="addSp delSp modSp new mod modNotesTx">
        <pc:chgData name="Smith, David" userId="846a1c0a-3ddd-4f2e-a4ac-5d295891fe61" providerId="ADAL" clId="{DCEB6AFB-84CF-4592-8FAB-79E8761D8FE5}" dt="2026-06-10T19:46:24.256" v="2589" actId="1076"/>
        <pc:sldMkLst>
          <pc:docMk/>
          <pc:sldMk cId="1801829944" sldId="271"/>
        </pc:sldMkLst>
        <pc:spChg chg="mod">
          <ac:chgData name="Smith, David" userId="846a1c0a-3ddd-4f2e-a4ac-5d295891fe61" providerId="ADAL" clId="{DCEB6AFB-84CF-4592-8FAB-79E8761D8FE5}" dt="2026-06-10T19:44:51.183" v="2538" actId="20577"/>
          <ac:spMkLst>
            <pc:docMk/>
            <pc:sldMk cId="1801829944" sldId="271"/>
            <ac:spMk id="2" creationId="{89A0EA27-CE91-AED4-4F8D-86AF59FB7416}"/>
          </ac:spMkLst>
        </pc:spChg>
        <pc:spChg chg="del">
          <ac:chgData name="Smith, David" userId="846a1c0a-3ddd-4f2e-a4ac-5d295891fe61" providerId="ADAL" clId="{DCEB6AFB-84CF-4592-8FAB-79E8761D8FE5}" dt="2026-06-10T19:00:47.306" v="2340" actId="478"/>
          <ac:spMkLst>
            <pc:docMk/>
            <pc:sldMk cId="1801829944" sldId="271"/>
            <ac:spMk id="3" creationId="{2F3D7B44-819E-863F-4A25-540E83B2A009}"/>
          </ac:spMkLst>
        </pc:spChg>
        <pc:spChg chg="add mod">
          <ac:chgData name="Smith, David" userId="846a1c0a-3ddd-4f2e-a4ac-5d295891fe61" providerId="ADAL" clId="{DCEB6AFB-84CF-4592-8FAB-79E8761D8FE5}" dt="2026-06-10T19:00:32.678" v="2337"/>
          <ac:spMkLst>
            <pc:docMk/>
            <pc:sldMk cId="1801829944" sldId="271"/>
            <ac:spMk id="4" creationId="{24A7B39C-EC9D-16D7-E76F-CC299C4ADA66}"/>
          </ac:spMkLst>
        </pc:spChg>
        <pc:picChg chg="add del mod">
          <ac:chgData name="Smith, David" userId="846a1c0a-3ddd-4f2e-a4ac-5d295891fe61" providerId="ADAL" clId="{DCEB6AFB-84CF-4592-8FAB-79E8761D8FE5}" dt="2026-06-10T19:45:55.852" v="2583" actId="478"/>
          <ac:picMkLst>
            <pc:docMk/>
            <pc:sldMk cId="1801829944" sldId="271"/>
            <ac:picMk id="6" creationId="{4A815CE9-C2E3-AF53-7E3E-A8BF4607EEBB}"/>
          </ac:picMkLst>
        </pc:picChg>
        <pc:picChg chg="add mod">
          <ac:chgData name="Smith, David" userId="846a1c0a-3ddd-4f2e-a4ac-5d295891fe61" providerId="ADAL" clId="{DCEB6AFB-84CF-4592-8FAB-79E8761D8FE5}" dt="2026-06-10T19:45:07.379" v="2545" actId="1076"/>
          <ac:picMkLst>
            <pc:docMk/>
            <pc:sldMk cId="1801829944" sldId="271"/>
            <ac:picMk id="8" creationId="{439F9294-D2F4-7E2A-E4B0-A7F301CA8D3B}"/>
          </ac:picMkLst>
        </pc:picChg>
        <pc:picChg chg="add mod">
          <ac:chgData name="Smith, David" userId="846a1c0a-3ddd-4f2e-a4ac-5d295891fe61" providerId="ADAL" clId="{DCEB6AFB-84CF-4592-8FAB-79E8761D8FE5}" dt="2026-06-10T19:45:58.059" v="2585" actId="1076"/>
          <ac:picMkLst>
            <pc:docMk/>
            <pc:sldMk cId="1801829944" sldId="271"/>
            <ac:picMk id="10" creationId="{37E26035-8FE2-DA11-F332-20412AC582D2}"/>
          </ac:picMkLst>
        </pc:picChg>
        <pc:picChg chg="add mod">
          <ac:chgData name="Smith, David" userId="846a1c0a-3ddd-4f2e-a4ac-5d295891fe61" providerId="ADAL" clId="{DCEB6AFB-84CF-4592-8FAB-79E8761D8FE5}" dt="2026-06-10T19:46:24.256" v="2589" actId="1076"/>
          <ac:picMkLst>
            <pc:docMk/>
            <pc:sldMk cId="1801829944" sldId="271"/>
            <ac:picMk id="12" creationId="{A21CCB90-E5AB-79F5-83F9-B046E74782EC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6-10T19:55:43.252" v="2622" actId="20577"/>
        <pc:sldMkLst>
          <pc:docMk/>
          <pc:sldMk cId="814428963" sldId="272"/>
        </pc:sldMkLst>
        <pc:spChg chg="del">
          <ac:chgData name="Smith, David" userId="846a1c0a-3ddd-4f2e-a4ac-5d295891fe61" providerId="ADAL" clId="{DCEB6AFB-84CF-4592-8FAB-79E8761D8FE5}" dt="2026-06-10T19:53:20.906" v="2591" actId="478"/>
          <ac:spMkLst>
            <pc:docMk/>
            <pc:sldMk cId="814428963" sldId="272"/>
            <ac:spMk id="2" creationId="{D11597FC-F53A-EC73-5FE2-FB39D84DB239}"/>
          </ac:spMkLst>
        </pc:spChg>
        <pc:spChg chg="del">
          <ac:chgData name="Smith, David" userId="846a1c0a-3ddd-4f2e-a4ac-5d295891fe61" providerId="ADAL" clId="{DCEB6AFB-84CF-4592-8FAB-79E8761D8FE5}" dt="2026-06-10T19:53:32.583" v="2602" actId="478"/>
          <ac:spMkLst>
            <pc:docMk/>
            <pc:sldMk cId="814428963" sldId="272"/>
            <ac:spMk id="3" creationId="{2377CC73-DC13-D43C-2A3E-F057ABC5A1D7}"/>
          </ac:spMkLst>
        </pc:spChg>
        <pc:spChg chg="add mod">
          <ac:chgData name="Smith, David" userId="846a1c0a-3ddd-4f2e-a4ac-5d295891fe61" providerId="ADAL" clId="{DCEB6AFB-84CF-4592-8FAB-79E8761D8FE5}" dt="2026-06-10T19:53:29.024" v="2601" actId="20577"/>
          <ac:spMkLst>
            <pc:docMk/>
            <pc:sldMk cId="814428963" sldId="272"/>
            <ac:spMk id="4" creationId="{BC5AE00C-A7A3-0BC5-18A4-32D70D1434AE}"/>
          </ac:spMkLst>
        </pc:spChg>
        <pc:spChg chg="add mod">
          <ac:chgData name="Smith, David" userId="846a1c0a-3ddd-4f2e-a4ac-5d295891fe61" providerId="ADAL" clId="{DCEB6AFB-84CF-4592-8FAB-79E8761D8FE5}" dt="2026-06-10T19:53:52.645" v="2606"/>
          <ac:spMkLst>
            <pc:docMk/>
            <pc:sldMk cId="814428963" sldId="272"/>
            <ac:spMk id="5" creationId="{ABFF0158-99C2-EF35-1851-CEFF518D679F}"/>
          </ac:spMkLst>
        </pc:spChg>
        <pc:spChg chg="add mod">
          <ac:chgData name="Smith, David" userId="846a1c0a-3ddd-4f2e-a4ac-5d295891fe61" providerId="ADAL" clId="{DCEB6AFB-84CF-4592-8FAB-79E8761D8FE5}" dt="2026-06-10T19:55:43.252" v="2622" actId="20577"/>
          <ac:spMkLst>
            <pc:docMk/>
            <pc:sldMk cId="814428963" sldId="272"/>
            <ac:spMk id="6" creationId="{D92D0427-8A61-9AAB-5C7C-8CA46EF7C08A}"/>
          </ac:spMkLst>
        </pc:spChg>
        <pc:picChg chg="add mod">
          <ac:chgData name="Smith, David" userId="846a1c0a-3ddd-4f2e-a4ac-5d295891fe61" providerId="ADAL" clId="{DCEB6AFB-84CF-4592-8FAB-79E8761D8FE5}" dt="2026-06-10T19:53:42.386" v="2605" actId="1076"/>
          <ac:picMkLst>
            <pc:docMk/>
            <pc:sldMk cId="814428963" sldId="272"/>
            <ac:picMk id="2050" creationId="{563C80C8-7B6E-93A0-8085-03C60AAE480A}"/>
          </ac:picMkLst>
        </pc:picChg>
      </pc:sldChg>
      <pc:sldChg chg="delSp modSp new mod">
        <pc:chgData name="Smith, David" userId="846a1c0a-3ddd-4f2e-a4ac-5d295891fe61" providerId="ADAL" clId="{DCEB6AFB-84CF-4592-8FAB-79E8761D8FE5}" dt="2026-06-10T20:03:24.330" v="2913" actId="20577"/>
        <pc:sldMkLst>
          <pc:docMk/>
          <pc:sldMk cId="2449368300" sldId="273"/>
        </pc:sldMkLst>
        <pc:spChg chg="mod">
          <ac:chgData name="Smith, David" userId="846a1c0a-3ddd-4f2e-a4ac-5d295891fe61" providerId="ADAL" clId="{DCEB6AFB-84CF-4592-8FAB-79E8761D8FE5}" dt="2026-06-10T20:03:24.330" v="2913" actId="20577"/>
          <ac:spMkLst>
            <pc:docMk/>
            <pc:sldMk cId="2449368300" sldId="273"/>
            <ac:spMk id="2" creationId="{603200AF-421F-3657-8862-B8D9758D3649}"/>
          </ac:spMkLst>
        </pc:spChg>
        <pc:spChg chg="del">
          <ac:chgData name="Smith, David" userId="846a1c0a-3ddd-4f2e-a4ac-5d295891fe61" providerId="ADAL" clId="{DCEB6AFB-84CF-4592-8FAB-79E8761D8FE5}" dt="2026-06-10T19:57:58.440" v="2624" actId="478"/>
          <ac:spMkLst>
            <pc:docMk/>
            <pc:sldMk cId="2449368300" sldId="273"/>
            <ac:spMk id="3" creationId="{B47F9FA5-A1ED-7784-334E-091363570EE3}"/>
          </ac:spMkLst>
        </pc:spChg>
      </pc:sldChg>
      <pc:sldChg chg="addSp delSp modSp new mod">
        <pc:chgData name="Smith, David" userId="846a1c0a-3ddd-4f2e-a4ac-5d295891fe61" providerId="ADAL" clId="{DCEB6AFB-84CF-4592-8FAB-79E8761D8FE5}" dt="2026-06-10T20:59:08.217" v="3358" actId="207"/>
        <pc:sldMkLst>
          <pc:docMk/>
          <pc:sldMk cId="842926139" sldId="274"/>
        </pc:sldMkLst>
        <pc:spChg chg="mod">
          <ac:chgData name="Smith, David" userId="846a1c0a-3ddd-4f2e-a4ac-5d295891fe61" providerId="ADAL" clId="{DCEB6AFB-84CF-4592-8FAB-79E8761D8FE5}" dt="2026-06-10T20:26:58.799" v="3055" actId="20577"/>
          <ac:spMkLst>
            <pc:docMk/>
            <pc:sldMk cId="842926139" sldId="274"/>
            <ac:spMk id="2" creationId="{B34C1E5C-9302-F3B8-838B-538D6D4ED816}"/>
          </ac:spMkLst>
        </pc:spChg>
        <pc:spChg chg="del">
          <ac:chgData name="Smith, David" userId="846a1c0a-3ddd-4f2e-a4ac-5d295891fe61" providerId="ADAL" clId="{DCEB6AFB-84CF-4592-8FAB-79E8761D8FE5}" dt="2026-06-10T20:22:11.284" v="2946" actId="478"/>
          <ac:spMkLst>
            <pc:docMk/>
            <pc:sldMk cId="842926139" sldId="274"/>
            <ac:spMk id="3" creationId="{1FE54008-5050-3EC4-7026-81729BD90339}"/>
          </ac:spMkLst>
        </pc:spChg>
        <pc:spChg chg="add mod">
          <ac:chgData name="Smith, David" userId="846a1c0a-3ddd-4f2e-a4ac-5d295891fe61" providerId="ADAL" clId="{DCEB6AFB-84CF-4592-8FAB-79E8761D8FE5}" dt="2026-06-10T20:27:02.234" v="3056" actId="1076"/>
          <ac:spMkLst>
            <pc:docMk/>
            <pc:sldMk cId="842926139" sldId="274"/>
            <ac:spMk id="6" creationId="{ACA06F13-9AAF-C001-2A61-84C99602A370}"/>
          </ac:spMkLst>
        </pc:spChg>
        <pc:spChg chg="add mod">
          <ac:chgData name="Smith, David" userId="846a1c0a-3ddd-4f2e-a4ac-5d295891fe61" providerId="ADAL" clId="{DCEB6AFB-84CF-4592-8FAB-79E8761D8FE5}" dt="2026-06-10T20:28:48.301" v="3080" actId="1076"/>
          <ac:spMkLst>
            <pc:docMk/>
            <pc:sldMk cId="842926139" sldId="274"/>
            <ac:spMk id="7" creationId="{71540949-26D4-DB03-A401-B06D5E6C5CA7}"/>
          </ac:spMkLst>
        </pc:spChg>
        <pc:spChg chg="add mod">
          <ac:chgData name="Smith, David" userId="846a1c0a-3ddd-4f2e-a4ac-5d295891fe61" providerId="ADAL" clId="{DCEB6AFB-84CF-4592-8FAB-79E8761D8FE5}" dt="2026-06-10T20:59:08.217" v="3358" actId="207"/>
          <ac:spMkLst>
            <pc:docMk/>
            <pc:sldMk cId="842926139" sldId="274"/>
            <ac:spMk id="8" creationId="{A7F3105C-45CC-C98B-C849-97ADD04D6E17}"/>
          </ac:spMkLst>
        </pc:spChg>
        <pc:picChg chg="add mod">
          <ac:chgData name="Smith, David" userId="846a1c0a-3ddd-4f2e-a4ac-5d295891fe61" providerId="ADAL" clId="{DCEB6AFB-84CF-4592-8FAB-79E8761D8FE5}" dt="2026-06-10T20:22:14.387" v="2948" actId="1076"/>
          <ac:picMkLst>
            <pc:docMk/>
            <pc:sldMk cId="842926139" sldId="274"/>
            <ac:picMk id="5" creationId="{6104F2B8-2B19-BE08-BA6E-7CC17C9B0EA1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6-10T20:59:12.829" v="3359"/>
        <pc:sldMkLst>
          <pc:docMk/>
          <pc:sldMk cId="878485074" sldId="275"/>
        </pc:sldMkLst>
        <pc:spChg chg="mod">
          <ac:chgData name="Smith, David" userId="846a1c0a-3ddd-4f2e-a4ac-5d295891fe61" providerId="ADAL" clId="{DCEB6AFB-84CF-4592-8FAB-79E8761D8FE5}" dt="2026-06-10T20:29:39.143" v="3131" actId="20577"/>
          <ac:spMkLst>
            <pc:docMk/>
            <pc:sldMk cId="878485074" sldId="275"/>
            <ac:spMk id="2" creationId="{6F00918E-A8DA-F51B-47F4-8C7E4B978B27}"/>
          </ac:spMkLst>
        </pc:spChg>
        <pc:spChg chg="del">
          <ac:chgData name="Smith, David" userId="846a1c0a-3ddd-4f2e-a4ac-5d295891fe61" providerId="ADAL" clId="{DCEB6AFB-84CF-4592-8FAB-79E8761D8FE5}" dt="2026-06-10T20:29:41.447" v="3132" actId="478"/>
          <ac:spMkLst>
            <pc:docMk/>
            <pc:sldMk cId="878485074" sldId="275"/>
            <ac:spMk id="3" creationId="{20616A3F-04F5-391B-653E-A5B245F89DDB}"/>
          </ac:spMkLst>
        </pc:spChg>
        <pc:spChg chg="add mod">
          <ac:chgData name="Smith, David" userId="846a1c0a-3ddd-4f2e-a4ac-5d295891fe61" providerId="ADAL" clId="{DCEB6AFB-84CF-4592-8FAB-79E8761D8FE5}" dt="2026-06-10T20:39:46.173" v="3153" actId="20577"/>
          <ac:spMkLst>
            <pc:docMk/>
            <pc:sldMk cId="878485074" sldId="275"/>
            <ac:spMk id="10" creationId="{FDFCC0FB-E78E-393F-D09F-3AA90075E8D4}"/>
          </ac:spMkLst>
        </pc:spChg>
        <pc:spChg chg="add mod">
          <ac:chgData name="Smith, David" userId="846a1c0a-3ddd-4f2e-a4ac-5d295891fe61" providerId="ADAL" clId="{DCEB6AFB-84CF-4592-8FAB-79E8761D8FE5}" dt="2026-06-10T20:59:12.829" v="3359"/>
          <ac:spMkLst>
            <pc:docMk/>
            <pc:sldMk cId="878485074" sldId="275"/>
            <ac:spMk id="11" creationId="{83826B5F-F49D-60F7-0A68-A921365C6D07}"/>
          </ac:spMkLst>
        </pc:spChg>
        <pc:picChg chg="add mod">
          <ac:chgData name="Smith, David" userId="846a1c0a-3ddd-4f2e-a4ac-5d295891fe61" providerId="ADAL" clId="{DCEB6AFB-84CF-4592-8FAB-79E8761D8FE5}" dt="2026-06-10T20:35:38.650" v="3144" actId="1076"/>
          <ac:picMkLst>
            <pc:docMk/>
            <pc:sldMk cId="878485074" sldId="275"/>
            <ac:picMk id="5" creationId="{CA1B0EC8-829F-3936-5C22-8A4476BA4FF8}"/>
          </ac:picMkLst>
        </pc:picChg>
        <pc:picChg chg="add mod">
          <ac:chgData name="Smith, David" userId="846a1c0a-3ddd-4f2e-a4ac-5d295891fe61" providerId="ADAL" clId="{DCEB6AFB-84CF-4592-8FAB-79E8761D8FE5}" dt="2026-06-10T20:35:46.624" v="3147" actId="1076"/>
          <ac:picMkLst>
            <pc:docMk/>
            <pc:sldMk cId="878485074" sldId="275"/>
            <ac:picMk id="7" creationId="{CC51942C-BB02-6D4E-7890-36635AA0480C}"/>
          </ac:picMkLst>
        </pc:picChg>
        <pc:picChg chg="add mod">
          <ac:chgData name="Smith, David" userId="846a1c0a-3ddd-4f2e-a4ac-5d295891fe61" providerId="ADAL" clId="{DCEB6AFB-84CF-4592-8FAB-79E8761D8FE5}" dt="2026-06-10T20:35:47.709" v="3148" actId="1076"/>
          <ac:picMkLst>
            <pc:docMk/>
            <pc:sldMk cId="878485074" sldId="275"/>
            <ac:picMk id="9" creationId="{0C08DC33-A4B5-A73C-C384-B4C514C805A0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6-10T21:16:51.693" v="3420" actId="1076"/>
        <pc:sldMkLst>
          <pc:docMk/>
          <pc:sldMk cId="935338880" sldId="276"/>
        </pc:sldMkLst>
        <pc:spChg chg="mod">
          <ac:chgData name="Smith, David" userId="846a1c0a-3ddd-4f2e-a4ac-5d295891fe61" providerId="ADAL" clId="{DCEB6AFB-84CF-4592-8FAB-79E8761D8FE5}" dt="2026-06-10T20:40:59.930" v="3175" actId="20577"/>
          <ac:spMkLst>
            <pc:docMk/>
            <pc:sldMk cId="935338880" sldId="276"/>
            <ac:spMk id="2" creationId="{4242F9B8-57E1-7681-1CA9-DF046F050E02}"/>
          </ac:spMkLst>
        </pc:spChg>
        <pc:spChg chg="del">
          <ac:chgData name="Smith, David" userId="846a1c0a-3ddd-4f2e-a4ac-5d295891fe61" providerId="ADAL" clId="{DCEB6AFB-84CF-4592-8FAB-79E8761D8FE5}" dt="2026-06-10T20:47:06.610" v="3176" actId="478"/>
          <ac:spMkLst>
            <pc:docMk/>
            <pc:sldMk cId="935338880" sldId="276"/>
            <ac:spMk id="3" creationId="{CC17529F-2225-CB16-BE7B-ADB6DA95664E}"/>
          </ac:spMkLst>
        </pc:spChg>
        <pc:spChg chg="add mod">
          <ac:chgData name="Smith, David" userId="846a1c0a-3ddd-4f2e-a4ac-5d295891fe61" providerId="ADAL" clId="{DCEB6AFB-84CF-4592-8FAB-79E8761D8FE5}" dt="2026-06-10T20:47:26.649" v="3191" actId="122"/>
          <ac:spMkLst>
            <pc:docMk/>
            <pc:sldMk cId="935338880" sldId="276"/>
            <ac:spMk id="6" creationId="{3EEE8D17-AD5C-C2D4-558F-91882236B0F7}"/>
          </ac:spMkLst>
        </pc:spChg>
        <pc:spChg chg="add mod">
          <ac:chgData name="Smith, David" userId="846a1c0a-3ddd-4f2e-a4ac-5d295891fe61" providerId="ADAL" clId="{DCEB6AFB-84CF-4592-8FAB-79E8761D8FE5}" dt="2026-06-10T20:48:33.498" v="3195" actId="207"/>
          <ac:spMkLst>
            <pc:docMk/>
            <pc:sldMk cId="935338880" sldId="276"/>
            <ac:spMk id="7" creationId="{27DEB0AC-D554-23BE-9C0D-E19744FCB6A1}"/>
          </ac:spMkLst>
        </pc:spChg>
        <pc:spChg chg="add mod">
          <ac:chgData name="Smith, David" userId="846a1c0a-3ddd-4f2e-a4ac-5d295891fe61" providerId="ADAL" clId="{DCEB6AFB-84CF-4592-8FAB-79E8761D8FE5}" dt="2026-06-10T20:54:20.332" v="3244" actId="1076"/>
          <ac:spMkLst>
            <pc:docMk/>
            <pc:sldMk cId="935338880" sldId="276"/>
            <ac:spMk id="18" creationId="{24723483-1B69-03CC-1E21-DBA7D88279CF}"/>
          </ac:spMkLst>
        </pc:spChg>
        <pc:spChg chg="add mod">
          <ac:chgData name="Smith, David" userId="846a1c0a-3ddd-4f2e-a4ac-5d295891fe61" providerId="ADAL" clId="{DCEB6AFB-84CF-4592-8FAB-79E8761D8FE5}" dt="2026-06-10T21:16:34.847" v="3410" actId="14100"/>
          <ac:spMkLst>
            <pc:docMk/>
            <pc:sldMk cId="935338880" sldId="276"/>
            <ac:spMk id="19" creationId="{214AE5D6-0B70-8C1A-A693-E80AD6B09F14}"/>
          </ac:spMkLst>
        </pc:spChg>
        <pc:spChg chg="add">
          <ac:chgData name="Smith, David" userId="846a1c0a-3ddd-4f2e-a4ac-5d295891fe61" providerId="ADAL" clId="{DCEB6AFB-84CF-4592-8FAB-79E8761D8FE5}" dt="2026-06-10T20:55:20.368" v="3251" actId="11529"/>
          <ac:spMkLst>
            <pc:docMk/>
            <pc:sldMk cId="935338880" sldId="276"/>
            <ac:spMk id="20" creationId="{A2619A0C-EDAF-9E6C-790F-642FD427661E}"/>
          </ac:spMkLst>
        </pc:spChg>
        <pc:spChg chg="add mod">
          <ac:chgData name="Smith, David" userId="846a1c0a-3ddd-4f2e-a4ac-5d295891fe61" providerId="ADAL" clId="{DCEB6AFB-84CF-4592-8FAB-79E8761D8FE5}" dt="2026-06-10T20:57:58.844" v="3354" actId="1076"/>
          <ac:spMkLst>
            <pc:docMk/>
            <pc:sldMk cId="935338880" sldId="276"/>
            <ac:spMk id="21" creationId="{C7B2D86C-5DB7-2C66-96BC-9B04920117F9}"/>
          </ac:spMkLst>
        </pc:spChg>
        <pc:spChg chg="add mod">
          <ac:chgData name="Smith, David" userId="846a1c0a-3ddd-4f2e-a4ac-5d295891fe61" providerId="ADAL" clId="{DCEB6AFB-84CF-4592-8FAB-79E8761D8FE5}" dt="2026-06-10T20:59:14.492" v="3360"/>
          <ac:spMkLst>
            <pc:docMk/>
            <pc:sldMk cId="935338880" sldId="276"/>
            <ac:spMk id="22" creationId="{408F3866-AE09-B743-C2E9-85C77D758CA8}"/>
          </ac:spMkLst>
        </pc:spChg>
        <pc:spChg chg="add mod">
          <ac:chgData name="Smith, David" userId="846a1c0a-3ddd-4f2e-a4ac-5d295891fe61" providerId="ADAL" clId="{DCEB6AFB-84CF-4592-8FAB-79E8761D8FE5}" dt="2026-06-10T21:16:51.693" v="3420" actId="1076"/>
          <ac:spMkLst>
            <pc:docMk/>
            <pc:sldMk cId="935338880" sldId="276"/>
            <ac:spMk id="23" creationId="{8E78804B-1742-CC8A-4261-D4583A95FE90}"/>
          </ac:spMkLst>
        </pc:spChg>
        <pc:picChg chg="add mod">
          <ac:chgData name="Smith, David" userId="846a1c0a-3ddd-4f2e-a4ac-5d295891fe61" providerId="ADAL" clId="{DCEB6AFB-84CF-4592-8FAB-79E8761D8FE5}" dt="2026-06-10T20:47:13.884" v="3180" actId="1076"/>
          <ac:picMkLst>
            <pc:docMk/>
            <pc:sldMk cId="935338880" sldId="276"/>
            <ac:picMk id="5" creationId="{E561EADA-C06E-C9A0-E72E-60CF52CE4B9D}"/>
          </ac:picMkLst>
        </pc:picChg>
        <pc:picChg chg="add del mod">
          <ac:chgData name="Smith, David" userId="846a1c0a-3ddd-4f2e-a4ac-5d295891fe61" providerId="ADAL" clId="{DCEB6AFB-84CF-4592-8FAB-79E8761D8FE5}" dt="2026-06-10T20:52:24.114" v="3203" actId="478"/>
          <ac:picMkLst>
            <pc:docMk/>
            <pc:sldMk cId="935338880" sldId="276"/>
            <ac:picMk id="14" creationId="{D9CCAA8E-E1E8-ACEC-2609-F7D119AF0CE4}"/>
          </ac:picMkLst>
        </pc:picChg>
        <pc:picChg chg="add mod modCrop">
          <ac:chgData name="Smith, David" userId="846a1c0a-3ddd-4f2e-a4ac-5d295891fe61" providerId="ADAL" clId="{DCEB6AFB-84CF-4592-8FAB-79E8761D8FE5}" dt="2026-06-10T20:53:53.239" v="3218" actId="1076"/>
          <ac:picMkLst>
            <pc:docMk/>
            <pc:sldMk cId="935338880" sldId="276"/>
            <ac:picMk id="16" creationId="{032E576F-B898-2FE2-C817-20AC480E2FA1}"/>
          </ac:picMkLst>
        </pc:picChg>
        <pc:picChg chg="add mod modCrop">
          <ac:chgData name="Smith, David" userId="846a1c0a-3ddd-4f2e-a4ac-5d295891fe61" providerId="ADAL" clId="{DCEB6AFB-84CF-4592-8FAB-79E8761D8FE5}" dt="2026-06-10T20:53:53.239" v="3218" actId="1076"/>
          <ac:picMkLst>
            <pc:docMk/>
            <pc:sldMk cId="935338880" sldId="276"/>
            <ac:picMk id="17" creationId="{D78BF696-7F7C-94F8-3BF4-2D907314703C}"/>
          </ac:picMkLst>
        </pc:picChg>
        <pc:cxnChg chg="add">
          <ac:chgData name="Smith, David" userId="846a1c0a-3ddd-4f2e-a4ac-5d295891fe61" providerId="ADAL" clId="{DCEB6AFB-84CF-4592-8FAB-79E8761D8FE5}" dt="2026-06-10T20:48:52.718" v="3196" actId="11529"/>
          <ac:cxnSpMkLst>
            <pc:docMk/>
            <pc:sldMk cId="935338880" sldId="276"/>
            <ac:cxnSpMk id="9" creationId="{BDB33991-0FDF-0411-37BA-B1C659A3D9EF}"/>
          </ac:cxnSpMkLst>
        </pc:cxnChg>
        <pc:cxnChg chg="add mod">
          <ac:chgData name="Smith, David" userId="846a1c0a-3ddd-4f2e-a4ac-5d295891fe61" providerId="ADAL" clId="{DCEB6AFB-84CF-4592-8FAB-79E8761D8FE5}" dt="2026-06-10T20:49:04.199" v="3199" actId="14100"/>
          <ac:cxnSpMkLst>
            <pc:docMk/>
            <pc:sldMk cId="935338880" sldId="276"/>
            <ac:cxnSpMk id="10" creationId="{95973785-B1F7-C956-CD2A-44E4485F55ED}"/>
          </ac:cxnSpMkLst>
        </pc:cxnChg>
      </pc:sldChg>
      <pc:sldChg chg="addSp delSp modSp new mod">
        <pc:chgData name="Smith, David" userId="846a1c0a-3ddd-4f2e-a4ac-5d295891fe61" providerId="ADAL" clId="{DCEB6AFB-84CF-4592-8FAB-79E8761D8FE5}" dt="2026-06-11T16:40:24.028" v="3570" actId="1076"/>
        <pc:sldMkLst>
          <pc:docMk/>
          <pc:sldMk cId="4046609388" sldId="277"/>
        </pc:sldMkLst>
        <pc:spChg chg="mod">
          <ac:chgData name="Smith, David" userId="846a1c0a-3ddd-4f2e-a4ac-5d295891fe61" providerId="ADAL" clId="{DCEB6AFB-84CF-4592-8FAB-79E8761D8FE5}" dt="2026-06-11T16:31:32.826" v="3448" actId="20577"/>
          <ac:spMkLst>
            <pc:docMk/>
            <pc:sldMk cId="4046609388" sldId="277"/>
            <ac:spMk id="2" creationId="{7837B075-F231-0FB7-C0D7-638D422A51A9}"/>
          </ac:spMkLst>
        </pc:spChg>
        <pc:spChg chg="del">
          <ac:chgData name="Smith, David" userId="846a1c0a-3ddd-4f2e-a4ac-5d295891fe61" providerId="ADAL" clId="{DCEB6AFB-84CF-4592-8FAB-79E8761D8FE5}" dt="2026-06-11T16:31:35.746" v="3449" actId="478"/>
          <ac:spMkLst>
            <pc:docMk/>
            <pc:sldMk cId="4046609388" sldId="277"/>
            <ac:spMk id="3" creationId="{F3CB2D13-0E5B-4937-ADE7-796CA359BBF0}"/>
          </ac:spMkLst>
        </pc:spChg>
        <pc:spChg chg="add mod">
          <ac:chgData name="Smith, David" userId="846a1c0a-3ddd-4f2e-a4ac-5d295891fe61" providerId="ADAL" clId="{DCEB6AFB-84CF-4592-8FAB-79E8761D8FE5}" dt="2026-06-11T16:38:01.383" v="3464"/>
          <ac:spMkLst>
            <pc:docMk/>
            <pc:sldMk cId="4046609388" sldId="277"/>
            <ac:spMk id="10" creationId="{0E72BF14-9E23-F0A9-2176-6E9D508AB282}"/>
          </ac:spMkLst>
        </pc:spChg>
        <pc:spChg chg="add mod">
          <ac:chgData name="Smith, David" userId="846a1c0a-3ddd-4f2e-a4ac-5d295891fe61" providerId="ADAL" clId="{DCEB6AFB-84CF-4592-8FAB-79E8761D8FE5}" dt="2026-06-11T16:40:24.028" v="3570" actId="1076"/>
          <ac:spMkLst>
            <pc:docMk/>
            <pc:sldMk cId="4046609388" sldId="277"/>
            <ac:spMk id="11" creationId="{67F770CB-20B8-5767-7D3B-A0F288B03760}"/>
          </ac:spMkLst>
        </pc:spChg>
        <pc:picChg chg="add mod">
          <ac:chgData name="Smith, David" userId="846a1c0a-3ddd-4f2e-a4ac-5d295891fe61" providerId="ADAL" clId="{DCEB6AFB-84CF-4592-8FAB-79E8761D8FE5}" dt="2026-06-11T16:37:41.844" v="3459" actId="14100"/>
          <ac:picMkLst>
            <pc:docMk/>
            <pc:sldMk cId="4046609388" sldId="277"/>
            <ac:picMk id="5" creationId="{1EDA2EC6-4DBE-4D0D-A511-482ED1A8AF51}"/>
          </ac:picMkLst>
        </pc:picChg>
        <pc:picChg chg="add mod">
          <ac:chgData name="Smith, David" userId="846a1c0a-3ddd-4f2e-a4ac-5d295891fe61" providerId="ADAL" clId="{DCEB6AFB-84CF-4592-8FAB-79E8761D8FE5}" dt="2026-06-11T16:37:46.649" v="3461" actId="14100"/>
          <ac:picMkLst>
            <pc:docMk/>
            <pc:sldMk cId="4046609388" sldId="277"/>
            <ac:picMk id="7" creationId="{0714EBAA-6144-BA81-0F62-7A5BB2938F40}"/>
          </ac:picMkLst>
        </pc:picChg>
        <pc:picChg chg="add mod">
          <ac:chgData name="Smith, David" userId="846a1c0a-3ddd-4f2e-a4ac-5d295891fe61" providerId="ADAL" clId="{DCEB6AFB-84CF-4592-8FAB-79E8761D8FE5}" dt="2026-06-11T16:37:56.567" v="3463" actId="14100"/>
          <ac:picMkLst>
            <pc:docMk/>
            <pc:sldMk cId="4046609388" sldId="277"/>
            <ac:picMk id="9" creationId="{56A68553-93D7-202E-A9B4-9975F4C6CE35}"/>
          </ac:picMkLst>
        </pc:picChg>
      </pc:sldChg>
      <pc:sldChg chg="new del">
        <pc:chgData name="Smith, David" userId="846a1c0a-3ddd-4f2e-a4ac-5d295891fe61" providerId="ADAL" clId="{DCEB6AFB-84CF-4592-8FAB-79E8761D8FE5}" dt="2026-06-11T17:02:59.461" v="3582" actId="2696"/>
        <pc:sldMkLst>
          <pc:docMk/>
          <pc:sldMk cId="149172679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0B46F8-3266-471F-8560-983BF8B07CE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5BFDBF-ECF8-41C1-ADB3-1D700B53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718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Measures 2D autocorrelation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BFDBF-ECF8-41C1-ADB3-1D700B53E3D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71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7306F-DE10-827E-B1DB-20A473BD6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A9DA1-955D-3340-D73F-1DC31C20F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DACEF-3389-C4EC-E951-975EDEE70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251B-2657-4C26-94F4-8C8A975266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FB1AC-DB0A-249B-83E0-25FA15D37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A472A-1A91-022E-27B1-18048763D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3AA1-096E-489A-B488-3CB20101C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20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37E46-AB69-FA33-E4E2-04592D41B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4C927-115E-B51D-DBFB-BB91B7258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F5024-500A-B9D2-3E35-4A3988E53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251B-2657-4C26-94F4-8C8A975266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CA52F-9D1E-A41F-E37A-8B70F5BF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AC55C-FA54-66F0-4E25-F06C552B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3AA1-096E-489A-B488-3CB20101C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2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B0803-D9A8-D79C-0646-63DA18A5D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57565-EBC6-BDE3-7BB5-4084D16CE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6F9C0-0050-F7A1-55E5-240E680D4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251B-2657-4C26-94F4-8C8A975266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9703A-03D0-848F-4D31-D9D02214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4701B-D4DF-BB7D-5940-EA4C698BD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3AA1-096E-489A-B488-3CB20101C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76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3AC4E-BC75-8521-A40C-0C256EA4D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9DB94-279C-D00F-6FB0-D259AD1120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8A6B6-0275-B8C0-6060-27A6D4497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49C49-3B49-4725-AB1F-880EF52D3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251B-2657-4C26-94F4-8C8A975266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8728F-9F8D-F781-B4E7-31FAC40D1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40BA8-402E-B1B7-86F8-7A99EE9FF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3AA1-096E-489A-B488-3CB20101C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82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3FE8-5A09-3C40-45F2-270AE5EE1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DB836-1CA4-79EE-8A39-324EEEB90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A5FB9-785E-25C7-41F7-17EFD0836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DC4259-6F80-B479-27D5-7A0FEE61AB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F387BB-50FA-8AC7-0127-C093AFE8DA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7AE137-26BD-D28A-E73A-FDA7F013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251B-2657-4C26-94F4-8C8A975266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03E39D-54C1-6A98-F43A-496658162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DF9FD3-0784-D08B-5AEB-7A0C72BFD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3AA1-096E-489A-B488-3CB20101C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3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D90DB-6E1C-B308-D758-0D5419550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12972E-BA96-F632-1275-4EA7314E8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251B-2657-4C26-94F4-8C8A975266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DD2F69-429E-E36C-FC0B-E467A8FB0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B1B62-700F-0E22-1D81-4E6627F4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3AA1-096E-489A-B488-3CB20101C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109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28F9E4-9A54-5041-023F-6F3C738C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251B-2657-4C26-94F4-8C8A975266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93198-DEB6-BC06-AF68-496A3325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AE4AE-4BCE-517E-F7C4-57F2C1A75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3AA1-096E-489A-B488-3CB20101C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02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6CBF6-375D-7D22-013A-24C177DAE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4FC10-997C-A6E1-E959-89001AB8D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7A3EAC-5A1E-9157-5970-01B49E427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438CC-799E-D860-3193-68FB4B6D4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251B-2657-4C26-94F4-8C8A975266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0DA26-948E-FB03-3CF1-2F9F71357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85EC1-17D4-FF7F-4A3F-2962EAC2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3AA1-096E-489A-B488-3CB20101C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34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C9CFD-37C3-3160-779B-8D666E806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0AF621-0937-24A0-B0CE-839A5C2594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419B7-43AB-9B66-5FBD-37811D10B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06E08-0A4C-B348-C016-5D21D4C54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251B-2657-4C26-94F4-8C8A975266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D3723-B3CB-FFA7-9B1C-7BE0479C5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13289-142E-9ED3-9DED-B33DD0704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3AA1-096E-489A-B488-3CB20101C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06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332F9-A263-BA97-230C-671C9665F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FF677-6D32-518A-D550-76DD22C12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7A823-7716-5546-2F63-124AC2CED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251B-2657-4C26-94F4-8C8A975266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AF28F-3C7B-90E7-31E0-57D30409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58B45-2EA7-1B39-35C9-3030AEA94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3AA1-096E-489A-B488-3CB20101C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0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CD760C-BEF2-4E0A-1F02-FD8D87CA0F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4631FF-0002-D4AB-FB2F-D70A2E9CE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2F0F3-09CE-4400-65FF-7ABC44528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251B-2657-4C26-94F4-8C8A975266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CB6BC-3492-2B31-6605-808175A4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7F013-E932-3873-C302-E915087EE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3AA1-096E-489A-B488-3CB20101C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50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39B628-151E-84A5-8E95-808239DF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CD445-1113-BD3A-E05C-413261E1E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4D3DF-5FA7-3935-0C3B-2C56C709DF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6F251B-2657-4C26-94F4-8C8A975266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410C2-7359-9913-B5A4-3B61F03FB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40972-DA50-16E2-CC2B-10EE0E39C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383AA1-096E-489A-B488-3CB20101C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885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omedicalMachineLearning/stLearn" TargetMode="External"/><Relationship Id="rId7" Type="http://schemas.openxmlformats.org/officeDocument/2006/relationships/hyperlink" Target="https://github.com/dpeerlab/ENVI" TargetMode="External"/><Relationship Id="rId2" Type="http://schemas.openxmlformats.org/officeDocument/2006/relationships/hyperlink" Target="https://github.com/dmcable/spacex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kharchenkolab/Baysor" TargetMode="External"/><Relationship Id="rId5" Type="http://schemas.openxmlformats.org/officeDocument/2006/relationships/hyperlink" Target="https://github.com/Teichlab/bin2cell" TargetMode="External"/><Relationship Id="rId4" Type="http://schemas.openxmlformats.org/officeDocument/2006/relationships/hyperlink" Target="https://github.com/prism-oncology/sopa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ichlab/SpatialDE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Spatial Analysis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Useful software and ideas for analysis of spatial-</a:t>
            </a:r>
            <a:r>
              <a:rPr lang="en-US" dirty="0" err="1"/>
              <a:t>omic</a:t>
            </a:r>
            <a:r>
              <a:rPr lang="en-US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851A-1B92-F19B-9DFB-7511DF260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D5CEF-F15B-67ED-2512-CCB9994FE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(my favorite) third-party </a:t>
            </a:r>
            <a:r>
              <a:rPr lang="en-US" dirty="0" err="1"/>
              <a:t>softwares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Common functions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Analysis examples</a:t>
            </a:r>
          </a:p>
        </p:txBody>
      </p:sp>
    </p:spTree>
    <p:extLst>
      <p:ext uri="{BB962C8B-B14F-4D97-AF65-F5344CB8AC3E}">
        <p14:creationId xmlns:p14="http://schemas.microsoft.com/office/powerpoint/2010/main" val="110728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5D90-4BD4-A5B2-B87C-7E8BF28FF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685" y="280904"/>
            <a:ext cx="2290011" cy="1325563"/>
          </a:xfrm>
        </p:spPr>
        <p:txBody>
          <a:bodyPr/>
          <a:lstStyle/>
          <a:p>
            <a:r>
              <a:rPr lang="en-US" dirty="0" err="1"/>
              <a:t>Squidpy</a:t>
            </a:r>
            <a:endParaRPr lang="en-US" dirty="0"/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F3621DD6-C32E-48D3-3631-9BAC848FA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183" y="0"/>
            <a:ext cx="5326854" cy="64609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526DF5-2582-C2F3-70DB-CF6C81A756AE}"/>
              </a:ext>
            </a:extLst>
          </p:cNvPr>
          <p:cNvSpPr txBox="1"/>
          <p:nvPr/>
        </p:nvSpPr>
        <p:spPr>
          <a:xfrm>
            <a:off x="260685" y="1696453"/>
            <a:ext cx="48407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Part of </a:t>
            </a:r>
            <a:r>
              <a:rPr lang="en-US" sz="2800" dirty="0" err="1"/>
              <a:t>scVerse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Diverse set of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Great documentation, reliable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BAD371-1F33-F992-AB17-3835CB87C6F6}"/>
              </a:ext>
            </a:extLst>
          </p:cNvPr>
          <p:cNvSpPr txBox="1"/>
          <p:nvPr/>
        </p:nvSpPr>
        <p:spPr>
          <a:xfrm>
            <a:off x="84221" y="6560028"/>
            <a:ext cx="10118558" cy="27699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200" dirty="0"/>
              <a:t>Third-party </a:t>
            </a:r>
            <a:r>
              <a:rPr lang="en-US" sz="1200" dirty="0" err="1"/>
              <a:t>softwares</a:t>
            </a:r>
            <a:endParaRPr lang="en-US" sz="1200" dirty="0"/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Spatial functions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434483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98C64-B5AF-4FBD-0952-5E827D9A2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CCB3-9CDB-F55E-1992-ED6D9C94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685" y="105806"/>
            <a:ext cx="2290011" cy="1325563"/>
          </a:xfrm>
        </p:spPr>
        <p:txBody>
          <a:bodyPr/>
          <a:lstStyle/>
          <a:p>
            <a:r>
              <a:rPr lang="en-US" dirty="0"/>
              <a:t>SCIMAP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915509-083B-0E96-D847-1B4A5DCDB097}"/>
              </a:ext>
            </a:extLst>
          </p:cNvPr>
          <p:cNvSpPr txBox="1"/>
          <p:nvPr/>
        </p:nvSpPr>
        <p:spPr>
          <a:xfrm>
            <a:off x="130343" y="4313259"/>
            <a:ext cx="98275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Similar to </a:t>
            </a:r>
            <a:r>
              <a:rPr lang="en-US" sz="2800" dirty="0" err="1"/>
              <a:t>scVerse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Independent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Mostly geared for how cell labels interact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8CBD3-8C0F-EAF8-5F51-4FAECDA61598}"/>
              </a:ext>
            </a:extLst>
          </p:cNvPr>
          <p:cNvSpPr txBox="1"/>
          <p:nvPr/>
        </p:nvSpPr>
        <p:spPr>
          <a:xfrm>
            <a:off x="84221" y="6560028"/>
            <a:ext cx="10118558" cy="27699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200" dirty="0"/>
              <a:t>Third-party </a:t>
            </a:r>
            <a:r>
              <a:rPr lang="en-US" sz="1200" dirty="0" err="1"/>
              <a:t>softwares</a:t>
            </a:r>
            <a:endParaRPr lang="en-US" sz="1200" dirty="0"/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Spatial functions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Examples</a:t>
            </a:r>
          </a:p>
        </p:txBody>
      </p:sp>
      <p:pic>
        <p:nvPicPr>
          <p:cNvPr id="4" name="Picture 3" descr="A diagram of a cell phone&#10;&#10;AI-generated content may be incorrect.">
            <a:extLst>
              <a:ext uri="{FF2B5EF4-FFF2-40B4-BE49-F238E27FC236}">
                <a16:creationId xmlns:a16="http://schemas.microsoft.com/office/drawing/2014/main" id="{973AD436-EF32-A2D8-9184-FA7AC7A07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1" y="1293060"/>
            <a:ext cx="91440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429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6CAC1-C02F-EF59-9D7A-FF7C187FA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42C97-D747-EF64-BB0F-22E1CC0D7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Scikit-image</a:t>
            </a:r>
          </a:p>
          <a:p>
            <a:pPr lvl="1"/>
            <a:r>
              <a:rPr lang="en-US" dirty="0"/>
              <a:t>Quintessential package for all things image processing (e.g. filtering, deconvolution, thresholding, measuring, etc.)</a:t>
            </a:r>
          </a:p>
          <a:p>
            <a:r>
              <a:rPr lang="en-US" dirty="0" err="1"/>
              <a:t>CuPy</a:t>
            </a:r>
            <a:endParaRPr lang="en-US" dirty="0"/>
          </a:p>
          <a:p>
            <a:pPr lvl="1"/>
            <a:r>
              <a:rPr lang="en-US" dirty="0"/>
              <a:t>GPU-accelerated </a:t>
            </a:r>
            <a:r>
              <a:rPr lang="en-US" dirty="0" err="1"/>
              <a:t>numpy</a:t>
            </a:r>
            <a:r>
              <a:rPr lang="en-US" dirty="0"/>
              <a:t> and </a:t>
            </a:r>
            <a:r>
              <a:rPr lang="en-US" dirty="0" err="1"/>
              <a:t>scipy</a:t>
            </a:r>
            <a:r>
              <a:rPr lang="en-US" dirty="0"/>
              <a:t> </a:t>
            </a:r>
          </a:p>
          <a:p>
            <a:r>
              <a:rPr lang="en-US" dirty="0" err="1"/>
              <a:t>Dask</a:t>
            </a:r>
            <a:endParaRPr lang="en-US" dirty="0"/>
          </a:p>
          <a:p>
            <a:pPr lvl="1"/>
            <a:r>
              <a:rPr lang="en-US" dirty="0"/>
              <a:t>Parallelization of data arrays</a:t>
            </a:r>
          </a:p>
          <a:p>
            <a:r>
              <a:rPr lang="en-US" dirty="0"/>
              <a:t>Shapely</a:t>
            </a:r>
          </a:p>
          <a:p>
            <a:pPr lvl="1"/>
            <a:r>
              <a:rPr lang="en-US" dirty="0"/>
              <a:t>Tools for working with geometries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449D-5F59-74AC-875F-1698D67FE120}"/>
              </a:ext>
            </a:extLst>
          </p:cNvPr>
          <p:cNvSpPr txBox="1"/>
          <p:nvPr/>
        </p:nvSpPr>
        <p:spPr>
          <a:xfrm>
            <a:off x="84221" y="6560028"/>
            <a:ext cx="10118558" cy="27699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200" dirty="0"/>
              <a:t>Third-party </a:t>
            </a:r>
            <a:r>
              <a:rPr lang="en-US" sz="1200" dirty="0" err="1"/>
              <a:t>softwares</a:t>
            </a:r>
            <a:endParaRPr lang="en-US" sz="1200" dirty="0"/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Spatial functions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288074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571B-D3A3-74A0-4D05-88CF33F9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Niche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02969-AB3A-A0C7-1C96-0C9C4DEAE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2145"/>
            <a:ext cx="10515600" cy="482481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Spacexr</a:t>
            </a:r>
            <a:r>
              <a:rPr lang="en-US" dirty="0"/>
              <a:t>, </a:t>
            </a:r>
            <a:r>
              <a:rPr lang="en-US" dirty="0">
                <a:hlinkClick r:id="rId2"/>
              </a:rPr>
              <a:t>https://github.com/dmcable/spacexr</a:t>
            </a:r>
            <a:endParaRPr lang="en-US" dirty="0"/>
          </a:p>
          <a:p>
            <a:pPr lvl="1"/>
            <a:r>
              <a:rPr lang="en-US" dirty="0" err="1"/>
              <a:t>Visium</a:t>
            </a:r>
            <a:r>
              <a:rPr lang="en-US" dirty="0"/>
              <a:t> deconvolution, expression inference</a:t>
            </a:r>
          </a:p>
          <a:p>
            <a:r>
              <a:rPr lang="en-US" dirty="0" err="1"/>
              <a:t>stLearn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https://github.com/BiomedicalMachineLearning/stLearn</a:t>
            </a:r>
            <a:endParaRPr lang="en-US" dirty="0"/>
          </a:p>
          <a:p>
            <a:pPr lvl="1"/>
            <a:r>
              <a:rPr lang="en-US" dirty="0"/>
              <a:t>Graph-based spatial trajectory inference</a:t>
            </a:r>
          </a:p>
          <a:p>
            <a:r>
              <a:rPr lang="en-US" dirty="0"/>
              <a:t>Sopa, </a:t>
            </a:r>
            <a:r>
              <a:rPr lang="en-US" dirty="0">
                <a:hlinkClick r:id="rId4"/>
              </a:rPr>
              <a:t>https://github.com/prism-oncology/sopa</a:t>
            </a:r>
            <a:endParaRPr lang="en-US" dirty="0"/>
          </a:p>
          <a:p>
            <a:pPr lvl="1"/>
            <a:r>
              <a:rPr lang="en-US" dirty="0"/>
              <a:t>All-in-one spatial processing pipeline</a:t>
            </a:r>
          </a:p>
          <a:p>
            <a:r>
              <a:rPr lang="en-US" dirty="0"/>
              <a:t>Bin2cell, </a:t>
            </a:r>
            <a:r>
              <a:rPr lang="en-US" dirty="0">
                <a:hlinkClick r:id="rId5"/>
              </a:rPr>
              <a:t>https://github.com/Teichlab/bin2cell</a:t>
            </a:r>
            <a:endParaRPr lang="en-US" dirty="0"/>
          </a:p>
          <a:p>
            <a:pPr lvl="1"/>
            <a:r>
              <a:rPr lang="en-US" dirty="0"/>
              <a:t>Combines cell segmentation with </a:t>
            </a:r>
            <a:r>
              <a:rPr lang="en-US" dirty="0" err="1"/>
              <a:t>VisiumHD</a:t>
            </a:r>
            <a:r>
              <a:rPr lang="en-US" dirty="0"/>
              <a:t> data</a:t>
            </a:r>
          </a:p>
          <a:p>
            <a:r>
              <a:rPr lang="en-US" dirty="0" err="1"/>
              <a:t>Baysor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https://github.com/kharchenkolab/Baysor</a:t>
            </a:r>
            <a:endParaRPr lang="en-US" dirty="0"/>
          </a:p>
          <a:p>
            <a:pPr lvl="1"/>
            <a:r>
              <a:rPr lang="en-US" dirty="0"/>
              <a:t>Image-free cell segmentation</a:t>
            </a:r>
          </a:p>
          <a:p>
            <a:r>
              <a:rPr lang="en-US" dirty="0"/>
              <a:t>ENVI, </a:t>
            </a:r>
            <a:r>
              <a:rPr lang="en-US" dirty="0">
                <a:hlinkClick r:id="rId7"/>
              </a:rPr>
              <a:t>https://github.com/dpeerlab/ENVI</a:t>
            </a:r>
            <a:endParaRPr lang="en-US" dirty="0"/>
          </a:p>
          <a:p>
            <a:pPr lvl="1"/>
            <a:r>
              <a:rPr lang="en-US" dirty="0"/>
              <a:t>Integration of </a:t>
            </a:r>
            <a:r>
              <a:rPr lang="en-US" dirty="0" err="1"/>
              <a:t>scRNA</a:t>
            </a:r>
            <a:r>
              <a:rPr lang="en-US" dirty="0"/>
              <a:t>-seq with spatial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0DB59-5B49-9FFC-8EB1-1A8001B562C3}"/>
              </a:ext>
            </a:extLst>
          </p:cNvPr>
          <p:cNvSpPr txBox="1"/>
          <p:nvPr/>
        </p:nvSpPr>
        <p:spPr>
          <a:xfrm>
            <a:off x="84221" y="6560028"/>
            <a:ext cx="10118558" cy="27699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200" dirty="0"/>
              <a:t>Third-party </a:t>
            </a:r>
            <a:r>
              <a:rPr lang="en-US" sz="1200" dirty="0" err="1"/>
              <a:t>softwares</a:t>
            </a:r>
            <a:endParaRPr lang="en-US" sz="1200" dirty="0"/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Spatial functions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2988925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65571-F9FF-4C3A-1EBE-AD73A8D2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7F677-9927-0498-7831-B0BC0A03B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Neighbor graph</a:t>
            </a:r>
          </a:p>
          <a:p>
            <a:r>
              <a:rPr lang="en-US" dirty="0"/>
              <a:t>Co-occurrence/distance</a:t>
            </a:r>
          </a:p>
          <a:p>
            <a:r>
              <a:rPr lang="en-US" dirty="0"/>
              <a:t>Spatial interaction</a:t>
            </a:r>
          </a:p>
          <a:p>
            <a:r>
              <a:rPr lang="en-US" dirty="0"/>
              <a:t>Motif analysis</a:t>
            </a:r>
          </a:p>
          <a:p>
            <a:r>
              <a:rPr lang="en-US" dirty="0"/>
              <a:t>Spatial differential expression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A9ABA6-6643-4A2A-C645-DA2FA0CB10AA}"/>
              </a:ext>
            </a:extLst>
          </p:cNvPr>
          <p:cNvSpPr txBox="1"/>
          <p:nvPr/>
        </p:nvSpPr>
        <p:spPr>
          <a:xfrm>
            <a:off x="84221" y="6560028"/>
            <a:ext cx="10118558" cy="27699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Third-party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softwares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/>
              <a:t>Spatial functions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3981020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88378-8968-525B-AD56-71654B24A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neighbor graph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228985-23DC-AFA5-6038-39F59EAAC218}"/>
              </a:ext>
            </a:extLst>
          </p:cNvPr>
          <p:cNvSpPr txBox="1"/>
          <p:nvPr/>
        </p:nvSpPr>
        <p:spPr>
          <a:xfrm>
            <a:off x="84221" y="6560028"/>
            <a:ext cx="10118558" cy="27699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Third-party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softwares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/>
              <a:t>Spatial functions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Examples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8A5049-50F9-B7F8-EC7B-E707D4F39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881925"/>
              </p:ext>
            </p:extLst>
          </p:nvPr>
        </p:nvGraphicFramePr>
        <p:xfrm>
          <a:off x="212929" y="2316480"/>
          <a:ext cx="231626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088">
                  <a:extLst>
                    <a:ext uri="{9D8B030D-6E8A-4147-A177-3AD203B41FA5}">
                      <a16:colId xmlns:a16="http://schemas.microsoft.com/office/drawing/2014/main" val="2572822587"/>
                    </a:ext>
                  </a:extLst>
                </a:gridCol>
                <a:gridCol w="772088">
                  <a:extLst>
                    <a:ext uri="{9D8B030D-6E8A-4147-A177-3AD203B41FA5}">
                      <a16:colId xmlns:a16="http://schemas.microsoft.com/office/drawing/2014/main" val="3663253993"/>
                    </a:ext>
                  </a:extLst>
                </a:gridCol>
                <a:gridCol w="772088">
                  <a:extLst>
                    <a:ext uri="{9D8B030D-6E8A-4147-A177-3AD203B41FA5}">
                      <a16:colId xmlns:a16="http://schemas.microsoft.com/office/drawing/2014/main" val="1518097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102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010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548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152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198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599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705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84495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F84856E-A501-D9E1-6DDC-FF2A1AEEE3FC}"/>
              </a:ext>
            </a:extLst>
          </p:cNvPr>
          <p:cNvSpPr txBox="1"/>
          <p:nvPr/>
        </p:nvSpPr>
        <p:spPr>
          <a:xfrm>
            <a:off x="330740" y="1690688"/>
            <a:ext cx="19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Cell table (N x 3)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105C8B-036E-A1CA-0CFE-B8DA91132EB5}"/>
              </a:ext>
            </a:extLst>
          </p:cNvPr>
          <p:cNvSpPr/>
          <p:nvPr/>
        </p:nvSpPr>
        <p:spPr>
          <a:xfrm>
            <a:off x="3870961" y="2596676"/>
            <a:ext cx="2225039" cy="22250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5618EB-62D4-B3E0-7FDC-42FA8DF677BD}"/>
              </a:ext>
            </a:extLst>
          </p:cNvPr>
          <p:cNvSpPr txBox="1"/>
          <p:nvPr/>
        </p:nvSpPr>
        <p:spPr>
          <a:xfrm>
            <a:off x="4094699" y="2227343"/>
            <a:ext cx="2225039" cy="307777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400" dirty="0"/>
              <a:t>1_1</a:t>
            </a:r>
          </a:p>
          <a:p>
            <a:r>
              <a:rPr lang="en-US" sz="1400" dirty="0"/>
              <a:t>…</a:t>
            </a:r>
          </a:p>
          <a:p>
            <a:r>
              <a:rPr lang="en-US" sz="1400" dirty="0"/>
              <a:t>1_N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D1530A-A6A1-5DCC-668D-369EF01F35F1}"/>
              </a:ext>
            </a:extLst>
          </p:cNvPr>
          <p:cNvSpPr txBox="1"/>
          <p:nvPr/>
        </p:nvSpPr>
        <p:spPr>
          <a:xfrm rot="5400000">
            <a:off x="2482780" y="3744845"/>
            <a:ext cx="2225040" cy="307777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400" dirty="0"/>
              <a:t>1_1</a:t>
            </a:r>
          </a:p>
          <a:p>
            <a:r>
              <a:rPr lang="en-US" sz="1400" dirty="0"/>
              <a:t>…</a:t>
            </a:r>
          </a:p>
          <a:p>
            <a:r>
              <a:rPr lang="en-US" sz="1400" dirty="0"/>
              <a:t>1_N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BDEA8C-E8C7-3025-5F3F-B9568888D370}"/>
              </a:ext>
            </a:extLst>
          </p:cNvPr>
          <p:cNvSpPr txBox="1"/>
          <p:nvPr/>
        </p:nvSpPr>
        <p:spPr>
          <a:xfrm>
            <a:off x="4104419" y="2781341"/>
            <a:ext cx="2225039" cy="307777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400" dirty="0"/>
              <a:t>0</a:t>
            </a:r>
          </a:p>
          <a:p>
            <a:r>
              <a:rPr lang="en-US" sz="1400" dirty="0"/>
              <a:t>…</a:t>
            </a:r>
          </a:p>
          <a:p>
            <a:r>
              <a:rPr lang="en-US" sz="1400" dirty="0"/>
              <a:t>21.23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0A7148-D119-8A89-B422-ADD9C9087C3C}"/>
              </a:ext>
            </a:extLst>
          </p:cNvPr>
          <p:cNvCxnSpPr>
            <a:cxnSpLocks/>
          </p:cNvCxnSpPr>
          <p:nvPr/>
        </p:nvCxnSpPr>
        <p:spPr>
          <a:xfrm>
            <a:off x="4464347" y="3266586"/>
            <a:ext cx="1521273" cy="143596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BF1AAA4-4657-1A82-9321-60EC5EF2EB7F}"/>
              </a:ext>
            </a:extLst>
          </p:cNvPr>
          <p:cNvSpPr txBox="1"/>
          <p:nvPr/>
        </p:nvSpPr>
        <p:spPr>
          <a:xfrm>
            <a:off x="3749189" y="1738850"/>
            <a:ext cx="246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Distance matrix (N x N)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BC7B86-7D08-868C-89E9-3C4862845BA0}"/>
              </a:ext>
            </a:extLst>
          </p:cNvPr>
          <p:cNvSpPr txBox="1"/>
          <p:nvPr/>
        </p:nvSpPr>
        <p:spPr>
          <a:xfrm>
            <a:off x="7577847" y="1738850"/>
            <a:ext cx="246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Neighbor graph (M x 3)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C11DBA2-6AFE-158C-B10C-CB78DAD43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939136"/>
              </p:ext>
            </p:extLst>
          </p:nvPr>
        </p:nvGraphicFramePr>
        <p:xfrm>
          <a:off x="7577847" y="2316480"/>
          <a:ext cx="2624931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977">
                  <a:extLst>
                    <a:ext uri="{9D8B030D-6E8A-4147-A177-3AD203B41FA5}">
                      <a16:colId xmlns:a16="http://schemas.microsoft.com/office/drawing/2014/main" val="2572822587"/>
                    </a:ext>
                  </a:extLst>
                </a:gridCol>
                <a:gridCol w="874977">
                  <a:extLst>
                    <a:ext uri="{9D8B030D-6E8A-4147-A177-3AD203B41FA5}">
                      <a16:colId xmlns:a16="http://schemas.microsoft.com/office/drawing/2014/main" val="3663253993"/>
                    </a:ext>
                  </a:extLst>
                </a:gridCol>
                <a:gridCol w="874977">
                  <a:extLst>
                    <a:ext uri="{9D8B030D-6E8A-4147-A177-3AD203B41FA5}">
                      <a16:colId xmlns:a16="http://schemas.microsoft.com/office/drawing/2014/main" val="1518097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Node2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102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010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548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152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198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599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705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844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8221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344BC-3839-7EFD-7DB9-61C9B0290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Co-</a:t>
            </a:r>
            <a:r>
              <a:rPr lang="en-US" dirty="0" err="1"/>
              <a:t>occurance</a:t>
            </a:r>
            <a:r>
              <a:rPr lang="en-US" dirty="0"/>
              <a:t>/distance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52463D-2C49-E7FD-BEF4-7F8660E6CCC7}"/>
              </a:ext>
            </a:extLst>
          </p:cNvPr>
          <p:cNvSpPr txBox="1"/>
          <p:nvPr/>
        </p:nvSpPr>
        <p:spPr>
          <a:xfrm>
            <a:off x="84221" y="6560028"/>
            <a:ext cx="10118558" cy="27699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Third-party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softwares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/>
              <a:t>Spatial functions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Examples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E1B654-E00C-60F8-4FA2-5352C4A7E10F}"/>
              </a:ext>
            </a:extLst>
          </p:cNvPr>
          <p:cNvSpPr/>
          <p:nvPr/>
        </p:nvSpPr>
        <p:spPr>
          <a:xfrm>
            <a:off x="466928" y="2266545"/>
            <a:ext cx="350195" cy="3501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CC9F70-ED79-9BF1-4971-A637C517D8C8}"/>
              </a:ext>
            </a:extLst>
          </p:cNvPr>
          <p:cNvSpPr/>
          <p:nvPr/>
        </p:nvSpPr>
        <p:spPr>
          <a:xfrm>
            <a:off x="1108953" y="2610025"/>
            <a:ext cx="350195" cy="35019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4DD2827-1D2B-4BB4-82F1-4ADB5104E810}"/>
              </a:ext>
            </a:extLst>
          </p:cNvPr>
          <p:cNvSpPr/>
          <p:nvPr/>
        </p:nvSpPr>
        <p:spPr>
          <a:xfrm>
            <a:off x="488005" y="3192595"/>
            <a:ext cx="350195" cy="35019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E8E3D98-0E08-9C10-FA23-E5378E08227E}"/>
              </a:ext>
            </a:extLst>
          </p:cNvPr>
          <p:cNvSpPr/>
          <p:nvPr/>
        </p:nvSpPr>
        <p:spPr>
          <a:xfrm>
            <a:off x="1188397" y="3192594"/>
            <a:ext cx="350195" cy="3501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9FD65B9-BAB6-E8FE-C26B-7F6425168AA1}"/>
              </a:ext>
            </a:extLst>
          </p:cNvPr>
          <p:cNvSpPr/>
          <p:nvPr/>
        </p:nvSpPr>
        <p:spPr>
          <a:xfrm>
            <a:off x="992222" y="3834074"/>
            <a:ext cx="350195" cy="35019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EBE1DA-1696-E06D-3782-4C173CD09896}"/>
              </a:ext>
            </a:extLst>
          </p:cNvPr>
          <p:cNvSpPr/>
          <p:nvPr/>
        </p:nvSpPr>
        <p:spPr>
          <a:xfrm>
            <a:off x="2238984" y="5583416"/>
            <a:ext cx="350195" cy="35019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3821AF-4E48-E788-F4D4-535C520A6277}"/>
              </a:ext>
            </a:extLst>
          </p:cNvPr>
          <p:cNvSpPr/>
          <p:nvPr/>
        </p:nvSpPr>
        <p:spPr>
          <a:xfrm>
            <a:off x="1517515" y="1873082"/>
            <a:ext cx="350195" cy="35019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257E90-33F4-6337-2822-D2E925CFC330}"/>
              </a:ext>
            </a:extLst>
          </p:cNvPr>
          <p:cNvSpPr/>
          <p:nvPr/>
        </p:nvSpPr>
        <p:spPr>
          <a:xfrm>
            <a:off x="1984442" y="2524874"/>
            <a:ext cx="350195" cy="35019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DD57F5B-CED1-4095-B6FC-C4B6FBE70803}"/>
              </a:ext>
            </a:extLst>
          </p:cNvPr>
          <p:cNvSpPr/>
          <p:nvPr/>
        </p:nvSpPr>
        <p:spPr>
          <a:xfrm>
            <a:off x="1772056" y="3253903"/>
            <a:ext cx="350195" cy="35019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F23273C-AC64-256C-35EA-0C3977CDEF67}"/>
              </a:ext>
            </a:extLst>
          </p:cNvPr>
          <p:cNvSpPr/>
          <p:nvPr/>
        </p:nvSpPr>
        <p:spPr>
          <a:xfrm>
            <a:off x="2626468" y="4000819"/>
            <a:ext cx="350195" cy="35019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E34E807-DC0A-9272-9AB1-55CBC2FDD74A}"/>
              </a:ext>
            </a:extLst>
          </p:cNvPr>
          <p:cNvSpPr/>
          <p:nvPr/>
        </p:nvSpPr>
        <p:spPr>
          <a:xfrm>
            <a:off x="165372" y="4453633"/>
            <a:ext cx="350195" cy="3501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F5F971A-CB8D-9AE2-FC9D-ACD16B14B20E}"/>
              </a:ext>
            </a:extLst>
          </p:cNvPr>
          <p:cNvSpPr/>
          <p:nvPr/>
        </p:nvSpPr>
        <p:spPr>
          <a:xfrm>
            <a:off x="1167320" y="4650653"/>
            <a:ext cx="350195" cy="35019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A68D1B7-BBEB-70ED-E318-751ACC780C52}"/>
              </a:ext>
            </a:extLst>
          </p:cNvPr>
          <p:cNvSpPr/>
          <p:nvPr/>
        </p:nvSpPr>
        <p:spPr>
          <a:xfrm>
            <a:off x="466928" y="5204585"/>
            <a:ext cx="350195" cy="35019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EE87953-6000-863C-0037-E38A32F0F3EA}"/>
              </a:ext>
            </a:extLst>
          </p:cNvPr>
          <p:cNvSpPr/>
          <p:nvPr/>
        </p:nvSpPr>
        <p:spPr>
          <a:xfrm>
            <a:off x="1167320" y="5408319"/>
            <a:ext cx="350195" cy="35019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35829C9-5A2A-F252-5040-F42004909B01}"/>
              </a:ext>
            </a:extLst>
          </p:cNvPr>
          <p:cNvSpPr/>
          <p:nvPr/>
        </p:nvSpPr>
        <p:spPr>
          <a:xfrm>
            <a:off x="1750979" y="4711962"/>
            <a:ext cx="350195" cy="35019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9C40E1-75CB-4E2D-F539-F55675E67370}"/>
              </a:ext>
            </a:extLst>
          </p:cNvPr>
          <p:cNvSpPr/>
          <p:nvPr/>
        </p:nvSpPr>
        <p:spPr>
          <a:xfrm>
            <a:off x="2451371" y="4711961"/>
            <a:ext cx="350195" cy="35019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49768D-422D-A9E4-870B-5243557B6034}"/>
              </a:ext>
            </a:extLst>
          </p:cNvPr>
          <p:cNvSpPr/>
          <p:nvPr/>
        </p:nvSpPr>
        <p:spPr>
          <a:xfrm>
            <a:off x="4709810" y="2317106"/>
            <a:ext cx="2575908" cy="25759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91AE39F-8BBE-FACF-008A-E7A10AF5D7AB}"/>
              </a:ext>
            </a:extLst>
          </p:cNvPr>
          <p:cNvSpPr/>
          <p:nvPr/>
        </p:nvSpPr>
        <p:spPr>
          <a:xfrm>
            <a:off x="4873558" y="1873081"/>
            <a:ext cx="350195" cy="3501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4CCBE7F-29FE-45EC-47D9-D0967BC8B64F}"/>
              </a:ext>
            </a:extLst>
          </p:cNvPr>
          <p:cNvSpPr/>
          <p:nvPr/>
        </p:nvSpPr>
        <p:spPr>
          <a:xfrm>
            <a:off x="5515583" y="1873081"/>
            <a:ext cx="350195" cy="35019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CE71708-5131-4166-DD10-FB6AB885F758}"/>
              </a:ext>
            </a:extLst>
          </p:cNvPr>
          <p:cNvSpPr/>
          <p:nvPr/>
        </p:nvSpPr>
        <p:spPr>
          <a:xfrm>
            <a:off x="6157608" y="1873080"/>
            <a:ext cx="350195" cy="35019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E3C5DA8-8D33-99EB-5646-F906DD59A9BD}"/>
              </a:ext>
            </a:extLst>
          </p:cNvPr>
          <p:cNvSpPr/>
          <p:nvPr/>
        </p:nvSpPr>
        <p:spPr>
          <a:xfrm>
            <a:off x="6799633" y="1873080"/>
            <a:ext cx="350195" cy="35019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13094AD-A5B1-D534-06B7-534969172DD2}"/>
              </a:ext>
            </a:extLst>
          </p:cNvPr>
          <p:cNvSpPr/>
          <p:nvPr/>
        </p:nvSpPr>
        <p:spPr>
          <a:xfrm rot="10800000">
            <a:off x="4165058" y="2458804"/>
            <a:ext cx="350195" cy="3501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6260A6E-9DC7-2730-0CEF-50ED407A9371}"/>
              </a:ext>
            </a:extLst>
          </p:cNvPr>
          <p:cNvSpPr/>
          <p:nvPr/>
        </p:nvSpPr>
        <p:spPr>
          <a:xfrm rot="10800000">
            <a:off x="4165058" y="3093125"/>
            <a:ext cx="350195" cy="35019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41F96F1-D4CC-6BD0-3F3B-50C0ECDAC98F}"/>
              </a:ext>
            </a:extLst>
          </p:cNvPr>
          <p:cNvSpPr/>
          <p:nvPr/>
        </p:nvSpPr>
        <p:spPr>
          <a:xfrm rot="10800000">
            <a:off x="4165058" y="3703949"/>
            <a:ext cx="350195" cy="35019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2F7E182-3EA7-8146-9383-B80373B4BAEE}"/>
              </a:ext>
            </a:extLst>
          </p:cNvPr>
          <p:cNvSpPr/>
          <p:nvPr/>
        </p:nvSpPr>
        <p:spPr>
          <a:xfrm rot="10800000">
            <a:off x="4165059" y="4367353"/>
            <a:ext cx="350195" cy="35019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27480BB-3D61-3EBD-4667-3CBC44BF9F3C}"/>
              </a:ext>
            </a:extLst>
          </p:cNvPr>
          <p:cNvCxnSpPr>
            <a:stCxn id="5" idx="5"/>
            <a:endCxn id="6" idx="1"/>
          </p:cNvCxnSpPr>
          <p:nvPr/>
        </p:nvCxnSpPr>
        <p:spPr>
          <a:xfrm>
            <a:off x="765838" y="2565455"/>
            <a:ext cx="394400" cy="95855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07307A6-74DC-3C13-6BD0-00EED5D6FB0F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284051" y="2960220"/>
            <a:ext cx="79444" cy="232374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CBD0231-F303-C013-AEA5-BD59061D21F9}"/>
              </a:ext>
            </a:extLst>
          </p:cNvPr>
          <p:cNvCxnSpPr>
            <a:cxnSpLocks/>
            <a:stCxn id="18" idx="1"/>
            <a:endCxn id="15" idx="5"/>
          </p:cNvCxnSpPr>
          <p:nvPr/>
        </p:nvCxnSpPr>
        <p:spPr>
          <a:xfrm flipH="1" flipV="1">
            <a:off x="464282" y="4752543"/>
            <a:ext cx="754323" cy="707061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463A1BD-A2F0-F10D-94D2-B6CFD658B191}"/>
              </a:ext>
            </a:extLst>
          </p:cNvPr>
          <p:cNvSpPr txBox="1"/>
          <p:nvPr/>
        </p:nvSpPr>
        <p:spPr>
          <a:xfrm>
            <a:off x="1373222" y="2890521"/>
            <a:ext cx="447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241669-FABA-E9C0-4306-527E10A315CA}"/>
              </a:ext>
            </a:extLst>
          </p:cNvPr>
          <p:cNvSpPr txBox="1"/>
          <p:nvPr/>
        </p:nvSpPr>
        <p:spPr>
          <a:xfrm>
            <a:off x="834957" y="2339741"/>
            <a:ext cx="468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053B6E-7B94-8830-8EB4-7EC84EA3BECE}"/>
              </a:ext>
            </a:extLst>
          </p:cNvPr>
          <p:cNvSpPr txBox="1"/>
          <p:nvPr/>
        </p:nvSpPr>
        <p:spPr>
          <a:xfrm>
            <a:off x="817123" y="4824970"/>
            <a:ext cx="466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F55CC2-8EF1-502F-BBA6-55915EAA0C73}"/>
              </a:ext>
            </a:extLst>
          </p:cNvPr>
          <p:cNvSpPr txBox="1"/>
          <p:nvPr/>
        </p:nvSpPr>
        <p:spPr>
          <a:xfrm>
            <a:off x="6802281" y="2502168"/>
            <a:ext cx="466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CF3120-6A68-C553-2E85-01504CAFD2C7}"/>
              </a:ext>
            </a:extLst>
          </p:cNvPr>
          <p:cNvSpPr txBox="1"/>
          <p:nvPr/>
        </p:nvSpPr>
        <p:spPr>
          <a:xfrm>
            <a:off x="7791855" y="2898388"/>
            <a:ext cx="42136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Directional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Constrained by nearest neighbors or radius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“Interaction” counts shared edges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sq.gr.co_occurrence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sm.tl.spatial_distance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189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49950-127F-4BE6-2A59-96A56CE63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39FF-B682-9CB5-8EF1-A94327ADE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interaction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6E8E8-71EC-B547-51A2-6D3BE436AFB5}"/>
              </a:ext>
            </a:extLst>
          </p:cNvPr>
          <p:cNvSpPr txBox="1"/>
          <p:nvPr/>
        </p:nvSpPr>
        <p:spPr>
          <a:xfrm>
            <a:off x="84221" y="6560028"/>
            <a:ext cx="10118558" cy="27699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Third-party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softwares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/>
              <a:t>Spatial functions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Examples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EA3F59-A101-97AA-939C-53200C758C4B}"/>
              </a:ext>
            </a:extLst>
          </p:cNvPr>
          <p:cNvSpPr/>
          <p:nvPr/>
        </p:nvSpPr>
        <p:spPr>
          <a:xfrm>
            <a:off x="466928" y="2266545"/>
            <a:ext cx="350195" cy="3501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474A465-89F5-0A4A-01C9-BE039CBDCCB2}"/>
              </a:ext>
            </a:extLst>
          </p:cNvPr>
          <p:cNvSpPr/>
          <p:nvPr/>
        </p:nvSpPr>
        <p:spPr>
          <a:xfrm>
            <a:off x="1108953" y="2610025"/>
            <a:ext cx="350195" cy="35019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FA6E4F-B0A5-E84D-A440-2BA20A588223}"/>
              </a:ext>
            </a:extLst>
          </p:cNvPr>
          <p:cNvSpPr/>
          <p:nvPr/>
        </p:nvSpPr>
        <p:spPr>
          <a:xfrm>
            <a:off x="488005" y="3192595"/>
            <a:ext cx="350195" cy="35019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A156223-D937-10D5-9A0C-7C1F1038DBE3}"/>
              </a:ext>
            </a:extLst>
          </p:cNvPr>
          <p:cNvSpPr/>
          <p:nvPr/>
        </p:nvSpPr>
        <p:spPr>
          <a:xfrm>
            <a:off x="1188397" y="3192594"/>
            <a:ext cx="350195" cy="3501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1151675-3B1C-3697-481E-10106D15D099}"/>
              </a:ext>
            </a:extLst>
          </p:cNvPr>
          <p:cNvSpPr/>
          <p:nvPr/>
        </p:nvSpPr>
        <p:spPr>
          <a:xfrm>
            <a:off x="992222" y="3834074"/>
            <a:ext cx="350195" cy="35019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349F08-862D-4AE7-17F3-5CFD6C721B41}"/>
              </a:ext>
            </a:extLst>
          </p:cNvPr>
          <p:cNvSpPr/>
          <p:nvPr/>
        </p:nvSpPr>
        <p:spPr>
          <a:xfrm>
            <a:off x="2238984" y="5583416"/>
            <a:ext cx="350195" cy="35019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702B27-AC03-9FC3-6A0C-F751DA81AFD4}"/>
              </a:ext>
            </a:extLst>
          </p:cNvPr>
          <p:cNvSpPr/>
          <p:nvPr/>
        </p:nvSpPr>
        <p:spPr>
          <a:xfrm>
            <a:off x="1517515" y="1873082"/>
            <a:ext cx="350195" cy="35019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536999-CC3D-B4C9-1056-C084CA680DE5}"/>
              </a:ext>
            </a:extLst>
          </p:cNvPr>
          <p:cNvSpPr/>
          <p:nvPr/>
        </p:nvSpPr>
        <p:spPr>
          <a:xfrm>
            <a:off x="1984442" y="2524874"/>
            <a:ext cx="350195" cy="35019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281C17A-7669-E229-CB23-D6AF733FFF39}"/>
              </a:ext>
            </a:extLst>
          </p:cNvPr>
          <p:cNvSpPr/>
          <p:nvPr/>
        </p:nvSpPr>
        <p:spPr>
          <a:xfrm>
            <a:off x="1772056" y="3253903"/>
            <a:ext cx="350195" cy="35019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B17EA1-622B-50F5-6E79-27E418CACEBD}"/>
              </a:ext>
            </a:extLst>
          </p:cNvPr>
          <p:cNvSpPr/>
          <p:nvPr/>
        </p:nvSpPr>
        <p:spPr>
          <a:xfrm>
            <a:off x="2626468" y="4000819"/>
            <a:ext cx="350195" cy="35019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9A893C3-6112-9CB2-98CA-DB58684CF23E}"/>
              </a:ext>
            </a:extLst>
          </p:cNvPr>
          <p:cNvSpPr/>
          <p:nvPr/>
        </p:nvSpPr>
        <p:spPr>
          <a:xfrm>
            <a:off x="165372" y="4453633"/>
            <a:ext cx="350195" cy="3501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472A678-9634-AFA2-0578-2E94782EBB97}"/>
              </a:ext>
            </a:extLst>
          </p:cNvPr>
          <p:cNvSpPr/>
          <p:nvPr/>
        </p:nvSpPr>
        <p:spPr>
          <a:xfrm>
            <a:off x="1167320" y="4650653"/>
            <a:ext cx="350195" cy="35019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4B26FA-A495-3805-0AE0-A0F02EB05DD1}"/>
              </a:ext>
            </a:extLst>
          </p:cNvPr>
          <p:cNvSpPr/>
          <p:nvPr/>
        </p:nvSpPr>
        <p:spPr>
          <a:xfrm>
            <a:off x="466928" y="5204585"/>
            <a:ext cx="350195" cy="35019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79391B-8333-0DF8-5C6F-36A164A77263}"/>
              </a:ext>
            </a:extLst>
          </p:cNvPr>
          <p:cNvSpPr/>
          <p:nvPr/>
        </p:nvSpPr>
        <p:spPr>
          <a:xfrm>
            <a:off x="1167320" y="5408319"/>
            <a:ext cx="350195" cy="35019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07DAF3-9BFA-84CC-2D81-B5112C0A5D4C}"/>
              </a:ext>
            </a:extLst>
          </p:cNvPr>
          <p:cNvSpPr/>
          <p:nvPr/>
        </p:nvSpPr>
        <p:spPr>
          <a:xfrm>
            <a:off x="1750979" y="4711962"/>
            <a:ext cx="350195" cy="35019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D84F6A-91F3-2A94-B279-702A97A74202}"/>
              </a:ext>
            </a:extLst>
          </p:cNvPr>
          <p:cNvSpPr/>
          <p:nvPr/>
        </p:nvSpPr>
        <p:spPr>
          <a:xfrm>
            <a:off x="2451371" y="4711961"/>
            <a:ext cx="350195" cy="35019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598E27-B9B9-FF70-7C40-F8F0697C8F5E}"/>
              </a:ext>
            </a:extLst>
          </p:cNvPr>
          <p:cNvSpPr/>
          <p:nvPr/>
        </p:nvSpPr>
        <p:spPr>
          <a:xfrm>
            <a:off x="4709810" y="2317106"/>
            <a:ext cx="2575908" cy="25759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DD2E93-0B8D-B613-C401-532B4A8AA71B}"/>
              </a:ext>
            </a:extLst>
          </p:cNvPr>
          <p:cNvSpPr/>
          <p:nvPr/>
        </p:nvSpPr>
        <p:spPr>
          <a:xfrm>
            <a:off x="4873558" y="1873081"/>
            <a:ext cx="350195" cy="3501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6B9416C-8C44-BA2B-B66B-38411B113849}"/>
              </a:ext>
            </a:extLst>
          </p:cNvPr>
          <p:cNvSpPr/>
          <p:nvPr/>
        </p:nvSpPr>
        <p:spPr>
          <a:xfrm>
            <a:off x="5515583" y="1873081"/>
            <a:ext cx="350195" cy="35019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C1FB827-40B3-9E9A-55CF-7570A051F8C3}"/>
              </a:ext>
            </a:extLst>
          </p:cNvPr>
          <p:cNvSpPr/>
          <p:nvPr/>
        </p:nvSpPr>
        <p:spPr>
          <a:xfrm>
            <a:off x="6157608" y="1873080"/>
            <a:ext cx="350195" cy="35019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64AE2AF-94B2-8A23-D930-76BE4D30DA64}"/>
              </a:ext>
            </a:extLst>
          </p:cNvPr>
          <p:cNvSpPr/>
          <p:nvPr/>
        </p:nvSpPr>
        <p:spPr>
          <a:xfrm>
            <a:off x="6799633" y="1873080"/>
            <a:ext cx="350195" cy="35019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0062D74-0DAD-3D68-9BC4-B86F239F3A94}"/>
              </a:ext>
            </a:extLst>
          </p:cNvPr>
          <p:cNvSpPr/>
          <p:nvPr/>
        </p:nvSpPr>
        <p:spPr>
          <a:xfrm rot="10800000">
            <a:off x="4165058" y="2458804"/>
            <a:ext cx="350195" cy="3501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A9B6968-906F-DAFE-34D3-57C3AF9D35A7}"/>
              </a:ext>
            </a:extLst>
          </p:cNvPr>
          <p:cNvSpPr/>
          <p:nvPr/>
        </p:nvSpPr>
        <p:spPr>
          <a:xfrm rot="10800000">
            <a:off x="4165058" y="3093125"/>
            <a:ext cx="350195" cy="35019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2D5C8AE-5FD0-5BC9-700B-B118D7EF1D25}"/>
              </a:ext>
            </a:extLst>
          </p:cNvPr>
          <p:cNvSpPr/>
          <p:nvPr/>
        </p:nvSpPr>
        <p:spPr>
          <a:xfrm rot="10800000">
            <a:off x="4165058" y="3703949"/>
            <a:ext cx="350195" cy="35019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08FAFBE-B57B-3945-8C7B-2FA6EA157C02}"/>
              </a:ext>
            </a:extLst>
          </p:cNvPr>
          <p:cNvSpPr/>
          <p:nvPr/>
        </p:nvSpPr>
        <p:spPr>
          <a:xfrm rot="10800000">
            <a:off x="4165059" y="4367353"/>
            <a:ext cx="350195" cy="35019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B54ACA-4842-9194-84FA-DCF4DAA1034E}"/>
              </a:ext>
            </a:extLst>
          </p:cNvPr>
          <p:cNvSpPr txBox="1"/>
          <p:nvPr/>
        </p:nvSpPr>
        <p:spPr>
          <a:xfrm>
            <a:off x="7791855" y="2898388"/>
            <a:ext cx="42136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Constrained by nearest neighbors or radius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*</a:t>
            </a:r>
            <a:r>
              <a:rPr lang="en-US" dirty="0" err="1"/>
              <a:t>sq.gr.interaction_matrix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sm.tl.spatial_interaction</a:t>
            </a:r>
            <a:r>
              <a:rPr lang="en-US" dirty="0"/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uses an enrichment term based on permutation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Directional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sq.gr.spatial_neighbors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2A183AB-99A5-46C0-94AF-7FF8F333C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421" y="2401691"/>
            <a:ext cx="962618" cy="464421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581FD618-F7F2-8B07-8ADF-A7E3AE06B40E}"/>
              </a:ext>
            </a:extLst>
          </p:cNvPr>
          <p:cNvSpPr/>
          <p:nvPr/>
        </p:nvSpPr>
        <p:spPr>
          <a:xfrm>
            <a:off x="6739648" y="2448806"/>
            <a:ext cx="150778" cy="15077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56B0A9-DD63-929C-4835-11D3EB77E674}"/>
              </a:ext>
            </a:extLst>
          </p:cNvPr>
          <p:cNvSpPr/>
          <p:nvPr/>
        </p:nvSpPr>
        <p:spPr>
          <a:xfrm>
            <a:off x="6919067" y="2658222"/>
            <a:ext cx="150778" cy="15077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3AE8AEB-91FB-0EFF-D784-EEDDC2787F38}"/>
              </a:ext>
            </a:extLst>
          </p:cNvPr>
          <p:cNvSpPr/>
          <p:nvPr/>
        </p:nvSpPr>
        <p:spPr>
          <a:xfrm>
            <a:off x="7074439" y="2438403"/>
            <a:ext cx="150778" cy="1507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A6BDEDB-7AD1-EEE7-6EF6-528D5A19792B}"/>
              </a:ext>
            </a:extLst>
          </p:cNvPr>
          <p:cNvSpPr/>
          <p:nvPr/>
        </p:nvSpPr>
        <p:spPr>
          <a:xfrm>
            <a:off x="735125" y="3696291"/>
            <a:ext cx="2381901" cy="238190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E92E48C-08F2-D2DB-E769-BCC618E515F1}"/>
              </a:ext>
            </a:extLst>
          </p:cNvPr>
          <p:cNvCxnSpPr>
            <a:stCxn id="19" idx="0"/>
            <a:endCxn id="36" idx="0"/>
          </p:cNvCxnSpPr>
          <p:nvPr/>
        </p:nvCxnSpPr>
        <p:spPr>
          <a:xfrm flipH="1" flipV="1">
            <a:off x="1926076" y="3696291"/>
            <a:ext cx="1" cy="1015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360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ED22E-CD41-FCF5-AB6A-F35CA3B60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Motif analysis, simple </a:t>
            </a:r>
            <a:r>
              <a:rPr lang="en-US" dirty="0" err="1"/>
              <a:t>kmeans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7BF3E6-2897-7827-74B6-D1625B6969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8" t="16031" r="67622" b="7778"/>
          <a:stretch>
            <a:fillRect/>
          </a:stretch>
        </p:blipFill>
        <p:spPr bwMode="auto">
          <a:xfrm>
            <a:off x="3997423" y="2149813"/>
            <a:ext cx="1468724" cy="379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D119FA-EB2E-7822-7C51-62DE11F41890}"/>
              </a:ext>
            </a:extLst>
          </p:cNvPr>
          <p:cNvSpPr txBox="1"/>
          <p:nvPr/>
        </p:nvSpPr>
        <p:spPr>
          <a:xfrm>
            <a:off x="84221" y="6560028"/>
            <a:ext cx="10118558" cy="27699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Third-party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softwares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/>
              <a:t>Spatial functions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Examples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9AD099-73FC-3D26-5776-DC1D5102FB5C}"/>
              </a:ext>
            </a:extLst>
          </p:cNvPr>
          <p:cNvSpPr/>
          <p:nvPr/>
        </p:nvSpPr>
        <p:spPr>
          <a:xfrm>
            <a:off x="4065518" y="1964988"/>
            <a:ext cx="173242" cy="1732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A898359-76A6-F151-1A38-82676E7B389E}"/>
              </a:ext>
            </a:extLst>
          </p:cNvPr>
          <p:cNvSpPr/>
          <p:nvPr/>
        </p:nvSpPr>
        <p:spPr>
          <a:xfrm>
            <a:off x="4435169" y="1964988"/>
            <a:ext cx="173242" cy="17324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827D8D-4DAF-9F6A-1215-1605924D784D}"/>
              </a:ext>
            </a:extLst>
          </p:cNvPr>
          <p:cNvSpPr/>
          <p:nvPr/>
        </p:nvSpPr>
        <p:spPr>
          <a:xfrm>
            <a:off x="4804820" y="1964987"/>
            <a:ext cx="173242" cy="17324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806310-6946-1BAD-2D43-189BDA82BEBB}"/>
              </a:ext>
            </a:extLst>
          </p:cNvPr>
          <p:cNvSpPr/>
          <p:nvPr/>
        </p:nvSpPr>
        <p:spPr>
          <a:xfrm>
            <a:off x="5174471" y="1964987"/>
            <a:ext cx="173242" cy="17324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D7FCA-EB15-7A75-E626-924A71C0C705}"/>
              </a:ext>
            </a:extLst>
          </p:cNvPr>
          <p:cNvSpPr txBox="1"/>
          <p:nvPr/>
        </p:nvSpPr>
        <p:spPr>
          <a:xfrm rot="16200000">
            <a:off x="1841930" y="3904854"/>
            <a:ext cx="3704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Cells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F3403207-D0E1-43CB-EBE9-64C44941C143}"/>
              </a:ext>
            </a:extLst>
          </p:cNvPr>
          <p:cNvSpPr/>
          <p:nvPr/>
        </p:nvSpPr>
        <p:spPr>
          <a:xfrm>
            <a:off x="5466147" y="2237365"/>
            <a:ext cx="233616" cy="836575"/>
          </a:xfrm>
          <a:prstGeom prst="rightBrace">
            <a:avLst>
              <a:gd name="adj1" fmla="val 79120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E092E69D-FC11-757C-F4E5-87CC8E565E0F}"/>
              </a:ext>
            </a:extLst>
          </p:cNvPr>
          <p:cNvSpPr/>
          <p:nvPr/>
        </p:nvSpPr>
        <p:spPr>
          <a:xfrm>
            <a:off x="5466147" y="3073940"/>
            <a:ext cx="233616" cy="836575"/>
          </a:xfrm>
          <a:prstGeom prst="rightBrace">
            <a:avLst>
              <a:gd name="adj1" fmla="val 79120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0E3C0C0E-0AA7-6578-2F1D-4E19B015F0FF}"/>
              </a:ext>
            </a:extLst>
          </p:cNvPr>
          <p:cNvSpPr/>
          <p:nvPr/>
        </p:nvSpPr>
        <p:spPr>
          <a:xfrm>
            <a:off x="5466147" y="3922099"/>
            <a:ext cx="233616" cy="224941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05669C4A-DE9A-A8A7-F8FC-FF3F16FD4D6B}"/>
              </a:ext>
            </a:extLst>
          </p:cNvPr>
          <p:cNvSpPr/>
          <p:nvPr/>
        </p:nvSpPr>
        <p:spPr>
          <a:xfrm>
            <a:off x="5466147" y="4924051"/>
            <a:ext cx="233616" cy="1017624"/>
          </a:xfrm>
          <a:prstGeom prst="rightBrace">
            <a:avLst>
              <a:gd name="adj1" fmla="val 66629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78E255-4E31-3840-BEF7-E703076A43B1}"/>
              </a:ext>
            </a:extLst>
          </p:cNvPr>
          <p:cNvSpPr txBox="1"/>
          <p:nvPr/>
        </p:nvSpPr>
        <p:spPr>
          <a:xfrm>
            <a:off x="5767857" y="2437061"/>
            <a:ext cx="1167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Motif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3D69A2-CB5A-E665-3076-DA091D648A72}"/>
              </a:ext>
            </a:extLst>
          </p:cNvPr>
          <p:cNvSpPr txBox="1"/>
          <p:nvPr/>
        </p:nvSpPr>
        <p:spPr>
          <a:xfrm>
            <a:off x="5767857" y="3307561"/>
            <a:ext cx="1167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Motif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A8B16E-F6B4-1DFF-306A-ADFC00347D6D}"/>
              </a:ext>
            </a:extLst>
          </p:cNvPr>
          <p:cNvSpPr txBox="1"/>
          <p:nvPr/>
        </p:nvSpPr>
        <p:spPr>
          <a:xfrm>
            <a:off x="5767857" y="3820121"/>
            <a:ext cx="1167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Motif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11586F-62DC-1DA3-2C15-0DEA8B943179}"/>
              </a:ext>
            </a:extLst>
          </p:cNvPr>
          <p:cNvSpPr txBox="1"/>
          <p:nvPr/>
        </p:nvSpPr>
        <p:spPr>
          <a:xfrm>
            <a:off x="5767857" y="5248197"/>
            <a:ext cx="1167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Motif 5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B9F4F756-C420-F915-BAFF-3C58FD468BC1}"/>
              </a:ext>
            </a:extLst>
          </p:cNvPr>
          <p:cNvSpPr/>
          <p:nvPr/>
        </p:nvSpPr>
        <p:spPr>
          <a:xfrm>
            <a:off x="5466147" y="4147040"/>
            <a:ext cx="233616" cy="777011"/>
          </a:xfrm>
          <a:prstGeom prst="rightBrace">
            <a:avLst>
              <a:gd name="adj1" fmla="val 7079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F52CA7-9AB4-5348-9AE5-E539BC81713B}"/>
              </a:ext>
            </a:extLst>
          </p:cNvPr>
          <p:cNvSpPr txBox="1"/>
          <p:nvPr/>
        </p:nvSpPr>
        <p:spPr>
          <a:xfrm>
            <a:off x="5767857" y="4349493"/>
            <a:ext cx="1167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Motif 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E9A3D1E-F672-903A-9092-5287A054E01D}"/>
              </a:ext>
            </a:extLst>
          </p:cNvPr>
          <p:cNvSpPr/>
          <p:nvPr/>
        </p:nvSpPr>
        <p:spPr>
          <a:xfrm>
            <a:off x="633274" y="3109579"/>
            <a:ext cx="350195" cy="35019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0A9395D-B975-B644-0AF8-1A93647E0F2C}"/>
              </a:ext>
            </a:extLst>
          </p:cNvPr>
          <p:cNvSpPr/>
          <p:nvPr/>
        </p:nvSpPr>
        <p:spPr>
          <a:xfrm>
            <a:off x="1880036" y="4858921"/>
            <a:ext cx="350195" cy="35019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D3E0F42-B2A2-9D3D-683A-86AC6DD596DA}"/>
              </a:ext>
            </a:extLst>
          </p:cNvPr>
          <p:cNvSpPr/>
          <p:nvPr/>
        </p:nvSpPr>
        <p:spPr>
          <a:xfrm>
            <a:off x="2267520" y="3276324"/>
            <a:ext cx="350195" cy="35019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0A3C711-980A-D003-17F2-FB4B29C77385}"/>
              </a:ext>
            </a:extLst>
          </p:cNvPr>
          <p:cNvSpPr/>
          <p:nvPr/>
        </p:nvSpPr>
        <p:spPr>
          <a:xfrm>
            <a:off x="808372" y="3926158"/>
            <a:ext cx="350195" cy="35019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38BE874-CFB4-0669-7A5E-2AF8E07803B4}"/>
              </a:ext>
            </a:extLst>
          </p:cNvPr>
          <p:cNvSpPr/>
          <p:nvPr/>
        </p:nvSpPr>
        <p:spPr>
          <a:xfrm>
            <a:off x="808372" y="4683824"/>
            <a:ext cx="350195" cy="35019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30C23D2-E9DA-9AEC-678F-5171112C6518}"/>
              </a:ext>
            </a:extLst>
          </p:cNvPr>
          <p:cNvSpPr/>
          <p:nvPr/>
        </p:nvSpPr>
        <p:spPr>
          <a:xfrm>
            <a:off x="1392031" y="3987467"/>
            <a:ext cx="350195" cy="35019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D7D4584-5B1F-4524-B949-9DD4D46F2922}"/>
              </a:ext>
            </a:extLst>
          </p:cNvPr>
          <p:cNvSpPr/>
          <p:nvPr/>
        </p:nvSpPr>
        <p:spPr>
          <a:xfrm>
            <a:off x="2092423" y="3987466"/>
            <a:ext cx="350195" cy="35019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31F835E-C846-87F9-C102-5612FDF8C6BA}"/>
              </a:ext>
            </a:extLst>
          </p:cNvPr>
          <p:cNvSpPr/>
          <p:nvPr/>
        </p:nvSpPr>
        <p:spPr>
          <a:xfrm>
            <a:off x="376177" y="2971796"/>
            <a:ext cx="2381901" cy="238190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D34297A-7C00-F959-596A-CEE6A5208DE4}"/>
              </a:ext>
            </a:extLst>
          </p:cNvPr>
          <p:cNvCxnSpPr>
            <a:stCxn id="29" idx="0"/>
            <a:endCxn id="31" idx="0"/>
          </p:cNvCxnSpPr>
          <p:nvPr/>
        </p:nvCxnSpPr>
        <p:spPr>
          <a:xfrm flipH="1" flipV="1">
            <a:off x="1567128" y="2971796"/>
            <a:ext cx="1" cy="1015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2B87122-30A5-5239-E349-B6FA4F94114F}"/>
              </a:ext>
            </a:extLst>
          </p:cNvPr>
          <p:cNvSpPr txBox="1"/>
          <p:nvPr/>
        </p:nvSpPr>
        <p:spPr>
          <a:xfrm>
            <a:off x="5845678" y="1857983"/>
            <a:ext cx="739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 =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04E8B2-40C4-A6D0-3439-15DC2C97CC33}"/>
              </a:ext>
            </a:extLst>
          </p:cNvPr>
          <p:cNvSpPr txBox="1"/>
          <p:nvPr/>
        </p:nvSpPr>
        <p:spPr>
          <a:xfrm>
            <a:off x="7787803" y="1454079"/>
            <a:ext cx="42136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Constrained by nearest neighbors or radius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sm.tl.spatial_count</a:t>
            </a:r>
            <a:r>
              <a:rPr lang="en-US" dirty="0"/>
              <a:t> &gt; </a:t>
            </a:r>
            <a:r>
              <a:rPr lang="en-US" dirty="0" err="1"/>
              <a:t>sm.tl.spatial_cluster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E55965-C651-CA9F-9B60-68BE84CF9DD7}"/>
              </a:ext>
            </a:extLst>
          </p:cNvPr>
          <p:cNvSpPr txBox="1"/>
          <p:nvPr/>
        </p:nvSpPr>
        <p:spPr>
          <a:xfrm>
            <a:off x="4065518" y="1562100"/>
            <a:ext cx="1282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Cell type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EA59C87B-2EEB-E23F-8585-88274E18F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170" y="2974536"/>
            <a:ext cx="3170632" cy="348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462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F004D0-B6C4-FC89-C275-E43D25A0D078}"/>
              </a:ext>
            </a:extLst>
          </p:cNvPr>
          <p:cNvSpPr txBox="1"/>
          <p:nvPr/>
        </p:nvSpPr>
        <p:spPr>
          <a:xfrm>
            <a:off x="84221" y="6560028"/>
            <a:ext cx="10118558" cy="27699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Third-party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softwares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/>
              <a:t>Spatial functions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Examples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E8420D8-741C-93C5-3872-76DAE08FB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Motif analysis, latent Dirichlet allocation</a:t>
            </a:r>
          </a:p>
        </p:txBody>
      </p:sp>
      <p:pic>
        <p:nvPicPr>
          <p:cNvPr id="8" name="Picture 7" descr="A diagram of a cell type&#10;&#10;AI-generated content may be incorrect.">
            <a:extLst>
              <a:ext uri="{FF2B5EF4-FFF2-40B4-BE49-F238E27FC236}">
                <a16:creationId xmlns:a16="http://schemas.microsoft.com/office/drawing/2014/main" id="{7DAE59F2-2CD5-46E2-4458-16A47694E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16" y="1537999"/>
            <a:ext cx="4959400" cy="473622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ADDF8ABC-3CC6-5794-214E-C94385E3F3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8" t="16031" r="67622" b="7778"/>
          <a:stretch>
            <a:fillRect/>
          </a:stretch>
        </p:blipFill>
        <p:spPr bwMode="auto">
          <a:xfrm>
            <a:off x="6584004" y="2086586"/>
            <a:ext cx="1468724" cy="379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EB9C88E-2613-A90B-1F92-D33E6FC664B6}"/>
              </a:ext>
            </a:extLst>
          </p:cNvPr>
          <p:cNvSpPr/>
          <p:nvPr/>
        </p:nvSpPr>
        <p:spPr>
          <a:xfrm>
            <a:off x="6652099" y="1901761"/>
            <a:ext cx="173242" cy="1732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B4A8E0F-9DA0-69A0-3940-87CCF18C66E0}"/>
              </a:ext>
            </a:extLst>
          </p:cNvPr>
          <p:cNvSpPr/>
          <p:nvPr/>
        </p:nvSpPr>
        <p:spPr>
          <a:xfrm>
            <a:off x="7021750" y="1901761"/>
            <a:ext cx="173242" cy="17324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62B9C33-B12E-180F-4933-967734170319}"/>
              </a:ext>
            </a:extLst>
          </p:cNvPr>
          <p:cNvSpPr/>
          <p:nvPr/>
        </p:nvSpPr>
        <p:spPr>
          <a:xfrm>
            <a:off x="7391401" y="1901760"/>
            <a:ext cx="173242" cy="17324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9DE0303-C581-910D-7E14-26E8E39FD969}"/>
              </a:ext>
            </a:extLst>
          </p:cNvPr>
          <p:cNvSpPr/>
          <p:nvPr/>
        </p:nvSpPr>
        <p:spPr>
          <a:xfrm>
            <a:off x="7761052" y="1901760"/>
            <a:ext cx="173242" cy="1732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5C75E9-3966-5E56-C644-A4389A30B0E2}"/>
              </a:ext>
            </a:extLst>
          </p:cNvPr>
          <p:cNvSpPr txBox="1"/>
          <p:nvPr/>
        </p:nvSpPr>
        <p:spPr>
          <a:xfrm rot="16200000">
            <a:off x="4428511" y="3841627"/>
            <a:ext cx="3704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Cells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6BCAA7A4-F511-BC1E-DE82-3E32F63D9B6E}"/>
              </a:ext>
            </a:extLst>
          </p:cNvPr>
          <p:cNvSpPr/>
          <p:nvPr/>
        </p:nvSpPr>
        <p:spPr>
          <a:xfrm>
            <a:off x="8052728" y="2174139"/>
            <a:ext cx="233616" cy="759562"/>
          </a:xfrm>
          <a:prstGeom prst="rightBrace">
            <a:avLst>
              <a:gd name="adj1" fmla="val 79120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BE48C6BA-6B3B-302F-8053-5316F067A9DF}"/>
              </a:ext>
            </a:extLst>
          </p:cNvPr>
          <p:cNvSpPr/>
          <p:nvPr/>
        </p:nvSpPr>
        <p:spPr>
          <a:xfrm>
            <a:off x="8052728" y="3066189"/>
            <a:ext cx="233616" cy="781099"/>
          </a:xfrm>
          <a:prstGeom prst="rightBrace">
            <a:avLst>
              <a:gd name="adj1" fmla="val 79120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33498E1C-5D5F-3BEB-D2B8-B95B88944D60}"/>
              </a:ext>
            </a:extLst>
          </p:cNvPr>
          <p:cNvSpPr/>
          <p:nvPr/>
        </p:nvSpPr>
        <p:spPr>
          <a:xfrm>
            <a:off x="8052728" y="3858872"/>
            <a:ext cx="233616" cy="224941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83495831-2282-CA0D-8607-2DEFFE20D616}"/>
              </a:ext>
            </a:extLst>
          </p:cNvPr>
          <p:cNvSpPr/>
          <p:nvPr/>
        </p:nvSpPr>
        <p:spPr>
          <a:xfrm>
            <a:off x="8052728" y="4860824"/>
            <a:ext cx="233616" cy="1017624"/>
          </a:xfrm>
          <a:prstGeom prst="rightBrace">
            <a:avLst>
              <a:gd name="adj1" fmla="val 66629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35F6FE-41A7-37D9-1154-347A31E346DD}"/>
              </a:ext>
            </a:extLst>
          </p:cNvPr>
          <p:cNvSpPr txBox="1"/>
          <p:nvPr/>
        </p:nvSpPr>
        <p:spPr>
          <a:xfrm>
            <a:off x="8354438" y="2373834"/>
            <a:ext cx="1167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Motif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E1957D-E050-6975-A6BB-6565A159E381}"/>
              </a:ext>
            </a:extLst>
          </p:cNvPr>
          <p:cNvSpPr txBox="1"/>
          <p:nvPr/>
        </p:nvSpPr>
        <p:spPr>
          <a:xfrm>
            <a:off x="8354438" y="3244334"/>
            <a:ext cx="1167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Motif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180978-5CC6-9CDE-23D1-FBE425673212}"/>
              </a:ext>
            </a:extLst>
          </p:cNvPr>
          <p:cNvSpPr txBox="1"/>
          <p:nvPr/>
        </p:nvSpPr>
        <p:spPr>
          <a:xfrm>
            <a:off x="8354438" y="3756894"/>
            <a:ext cx="1167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Motif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3B9819-BC50-7C55-18B8-AEDEEC973455}"/>
              </a:ext>
            </a:extLst>
          </p:cNvPr>
          <p:cNvSpPr txBox="1"/>
          <p:nvPr/>
        </p:nvSpPr>
        <p:spPr>
          <a:xfrm>
            <a:off x="8354438" y="5184970"/>
            <a:ext cx="1167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Motif 2</a:t>
            </a:r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992A53A0-36F1-9F59-4A60-638BD5C839A1}"/>
              </a:ext>
            </a:extLst>
          </p:cNvPr>
          <p:cNvSpPr/>
          <p:nvPr/>
        </p:nvSpPr>
        <p:spPr>
          <a:xfrm>
            <a:off x="8052728" y="4083813"/>
            <a:ext cx="233616" cy="777011"/>
          </a:xfrm>
          <a:prstGeom prst="rightBrace">
            <a:avLst>
              <a:gd name="adj1" fmla="val 7079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56C677-D751-CC7E-4921-D47A907F6D78}"/>
              </a:ext>
            </a:extLst>
          </p:cNvPr>
          <p:cNvSpPr txBox="1"/>
          <p:nvPr/>
        </p:nvSpPr>
        <p:spPr>
          <a:xfrm>
            <a:off x="8354438" y="4286266"/>
            <a:ext cx="1167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Motif 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4EFEB9-5EE4-1E57-360F-AC8D44E84957}"/>
              </a:ext>
            </a:extLst>
          </p:cNvPr>
          <p:cNvSpPr txBox="1"/>
          <p:nvPr/>
        </p:nvSpPr>
        <p:spPr>
          <a:xfrm>
            <a:off x="8432259" y="1794756"/>
            <a:ext cx="739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 = 5</a:t>
            </a: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487D4D54-EB02-119A-3453-A2670E103F61}"/>
              </a:ext>
            </a:extLst>
          </p:cNvPr>
          <p:cNvSpPr/>
          <p:nvPr/>
        </p:nvSpPr>
        <p:spPr>
          <a:xfrm>
            <a:off x="8052728" y="2952352"/>
            <a:ext cx="233616" cy="11383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19BF36-29E0-662F-2121-37DBCB25EDD4}"/>
              </a:ext>
            </a:extLst>
          </p:cNvPr>
          <p:cNvSpPr txBox="1"/>
          <p:nvPr/>
        </p:nvSpPr>
        <p:spPr>
          <a:xfrm>
            <a:off x="8354438" y="2817809"/>
            <a:ext cx="1167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Motif 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60E763-C666-0641-3AC0-56A6EFC83482}"/>
              </a:ext>
            </a:extLst>
          </p:cNvPr>
          <p:cNvSpPr txBox="1"/>
          <p:nvPr/>
        </p:nvSpPr>
        <p:spPr>
          <a:xfrm>
            <a:off x="9521452" y="2220060"/>
            <a:ext cx="23752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*This is a bad example </a:t>
            </a:r>
            <a:r>
              <a:rPr lang="en-US" i="1" dirty="0" err="1"/>
              <a:t>bc</a:t>
            </a:r>
            <a:r>
              <a:rPr lang="en-US" i="1" dirty="0"/>
              <a:t> </a:t>
            </a:r>
            <a:r>
              <a:rPr lang="en-US" i="1" dirty="0" err="1"/>
              <a:t>kmeans</a:t>
            </a:r>
            <a:r>
              <a:rPr lang="en-US" i="1" dirty="0"/>
              <a:t> is still used in the final step, but it’s based on probabilities not cell type distances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sm.tl.spatial_lda</a:t>
            </a:r>
            <a:r>
              <a:rPr lang="en-US" dirty="0"/>
              <a:t>()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9B5937-5BC5-81BC-AD20-85DE0B27B55D}"/>
              </a:ext>
            </a:extLst>
          </p:cNvPr>
          <p:cNvSpPr txBox="1"/>
          <p:nvPr/>
        </p:nvSpPr>
        <p:spPr>
          <a:xfrm>
            <a:off x="6716256" y="1520844"/>
            <a:ext cx="1282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Microenv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8809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EA27-CE91-AED4-4F8D-86AF59FB7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differential expression, Moran’s 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A7B39C-EC9D-16D7-E76F-CC299C4ADA66}"/>
              </a:ext>
            </a:extLst>
          </p:cNvPr>
          <p:cNvSpPr txBox="1"/>
          <p:nvPr/>
        </p:nvSpPr>
        <p:spPr>
          <a:xfrm>
            <a:off x="84221" y="6560028"/>
            <a:ext cx="10118558" cy="27699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Third-party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softwares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/>
              <a:t>Spatial functions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Examples</a:t>
            </a:r>
          </a:p>
        </p:txBody>
      </p:sp>
      <p:pic>
        <p:nvPicPr>
          <p:cNvPr id="8" name="Picture 7" descr="A group of squares with numbers&#10;&#10;AI-generated content may be incorrect.">
            <a:extLst>
              <a:ext uri="{FF2B5EF4-FFF2-40B4-BE49-F238E27FC236}">
                <a16:creationId xmlns:a16="http://schemas.microsoft.com/office/drawing/2014/main" id="{439F9294-D2F4-7E2A-E4B0-A7F301CA8D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1" y="1496458"/>
            <a:ext cx="4933950" cy="4933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E26035-8FE2-DA11-F332-20412AC58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3009900"/>
            <a:ext cx="3409950" cy="3257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1CCB90-E5AB-79F5-83F9-B046E74782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7098" y="2035812"/>
            <a:ext cx="4273466" cy="68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829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5AE00C-A7A3-0BC5-18A4-32D70D143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Spatial differential expression, </a:t>
            </a:r>
            <a:r>
              <a:rPr lang="en-US" dirty="0" err="1"/>
              <a:t>spatialDE</a:t>
            </a:r>
            <a:endParaRPr lang="en-US" dirty="0"/>
          </a:p>
        </p:txBody>
      </p:sp>
      <p:pic>
        <p:nvPicPr>
          <p:cNvPr id="2050" name="Picture 2" descr="Figure 1: Overview of SpatialDE for the identification of spatially variable genes.">
            <a:extLst>
              <a:ext uri="{FF2B5EF4-FFF2-40B4-BE49-F238E27FC236}">
                <a16:creationId xmlns:a16="http://schemas.microsoft.com/office/drawing/2014/main" id="{563C80C8-7B6E-93A0-8085-03C60AAE4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01" y="1687411"/>
            <a:ext cx="5304920" cy="4805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FF0158-99C2-EF35-1851-CEFF518D679F}"/>
              </a:ext>
            </a:extLst>
          </p:cNvPr>
          <p:cNvSpPr txBox="1"/>
          <p:nvPr/>
        </p:nvSpPr>
        <p:spPr>
          <a:xfrm>
            <a:off x="84221" y="6560028"/>
            <a:ext cx="10118558" cy="27699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Third-party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softwares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/>
              <a:t>Spatial functions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2D0427-8A61-9AAB-5C7C-8CA46EF7C08A}"/>
              </a:ext>
            </a:extLst>
          </p:cNvPr>
          <p:cNvSpPr txBox="1"/>
          <p:nvPr/>
        </p:nvSpPr>
        <p:spPr>
          <a:xfrm>
            <a:off x="6605081" y="1687411"/>
            <a:ext cx="4630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https://github.com/Teichlab/SpatialDE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Model-based</a:t>
            </a:r>
          </a:p>
        </p:txBody>
      </p:sp>
    </p:spTree>
    <p:extLst>
      <p:ext uri="{BB962C8B-B14F-4D97-AF65-F5344CB8AC3E}">
        <p14:creationId xmlns:p14="http://schemas.microsoft.com/office/powerpoint/2010/main" val="814428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200AF-421F-3657-8862-B8D9758D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6069"/>
            <a:ext cx="10515600" cy="3885862"/>
          </a:xfrm>
        </p:spPr>
        <p:txBody>
          <a:bodyPr/>
          <a:lstStyle/>
          <a:p>
            <a:r>
              <a:rPr lang="en-US" dirty="0"/>
              <a:t>All the numbers and statistics generated by the preceding slides come from a single context of an experiment. They’re essentially descriptive. What about comparing the numbers across experiment variables?</a:t>
            </a:r>
          </a:p>
        </p:txBody>
      </p:sp>
    </p:spTree>
    <p:extLst>
      <p:ext uri="{BB962C8B-B14F-4D97-AF65-F5344CB8AC3E}">
        <p14:creationId xmlns:p14="http://schemas.microsoft.com/office/powerpoint/2010/main" val="2449368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C1E5C-9302-F3B8-838B-538D6D4ED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Spatial interaction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04F2B8-2B19-BE08-BA6E-7CC17C9B0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8" y="1502518"/>
            <a:ext cx="4905375" cy="4533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A06F13-9AAF-C001-2A61-84C99602A370}"/>
              </a:ext>
            </a:extLst>
          </p:cNvPr>
          <p:cNvSpPr txBox="1"/>
          <p:nvPr/>
        </p:nvSpPr>
        <p:spPr>
          <a:xfrm>
            <a:off x="6208295" y="2090678"/>
            <a:ext cx="52818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Cumulative distribution of distances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Calculate complete spatial randomness (CSR)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Compare with Kullback–</a:t>
            </a:r>
            <a:r>
              <a:rPr lang="en-US" dirty="0" err="1"/>
              <a:t>Leibler</a:t>
            </a:r>
            <a:r>
              <a:rPr lang="en-US" dirty="0"/>
              <a:t> divergence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40949-26D4-DB03-A401-B06D5E6C5CA7}"/>
              </a:ext>
            </a:extLst>
          </p:cNvPr>
          <p:cNvSpPr txBox="1"/>
          <p:nvPr/>
        </p:nvSpPr>
        <p:spPr>
          <a:xfrm>
            <a:off x="6208295" y="4138800"/>
            <a:ext cx="5281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“scripts/</a:t>
            </a:r>
            <a:r>
              <a:rPr lang="en-US" dirty="0" err="1"/>
              <a:t>KL_test_and_more.ipynb</a:t>
            </a:r>
            <a:r>
              <a:rPr lang="en-US" dirty="0"/>
              <a:t>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F3105C-45CC-C98B-C849-97ADD04D6E17}"/>
              </a:ext>
            </a:extLst>
          </p:cNvPr>
          <p:cNvSpPr txBox="1"/>
          <p:nvPr/>
        </p:nvSpPr>
        <p:spPr>
          <a:xfrm>
            <a:off x="84221" y="6560028"/>
            <a:ext cx="10118558" cy="27699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Third-party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softwares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Spatial functions</a:t>
            </a:r>
          </a:p>
          <a:p>
            <a:r>
              <a:rPr lang="en-US" sz="120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842926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0918E-A8DA-F51B-47F4-8C7E4B978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Histology-based pattern expression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B0EC8-829F-3936-5C22-8A4476BA4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450" y="1690688"/>
            <a:ext cx="3943350" cy="4781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51942C-BB02-6D4E-7890-36635AA04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719" y="1767431"/>
            <a:ext cx="2565500" cy="27083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08DC33-A4B5-A73C-C384-B4C514C80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988" y="1777068"/>
            <a:ext cx="2565500" cy="27944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FCC0FB-E78E-393F-D09F-3AA90075E8D4}"/>
              </a:ext>
            </a:extLst>
          </p:cNvPr>
          <p:cNvSpPr txBox="1"/>
          <p:nvPr/>
        </p:nvSpPr>
        <p:spPr>
          <a:xfrm>
            <a:off x="1311442" y="5281800"/>
            <a:ext cx="5281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“scripts/</a:t>
            </a:r>
            <a:r>
              <a:rPr lang="en-US" dirty="0" err="1"/>
              <a:t>histology_differential_expression.R</a:t>
            </a:r>
            <a:r>
              <a:rPr lang="en-US" dirty="0"/>
              <a:t>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826B5F-F49D-60F7-0A68-A921365C6D07}"/>
              </a:ext>
            </a:extLst>
          </p:cNvPr>
          <p:cNvSpPr txBox="1"/>
          <p:nvPr/>
        </p:nvSpPr>
        <p:spPr>
          <a:xfrm>
            <a:off x="84221" y="6560028"/>
            <a:ext cx="10118558" cy="27699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Third-party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softwares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Spatial functions</a:t>
            </a:r>
          </a:p>
          <a:p>
            <a:r>
              <a:rPr lang="en-US" sz="120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878485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2F9B8-57E1-7681-1CA9-DF046F050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as covariate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61EADA-C06E-C9A0-E72E-60CF52CE4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19" y="2430378"/>
            <a:ext cx="3720679" cy="3747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EE8D17-AD5C-C2D4-558F-91882236B0F7}"/>
              </a:ext>
            </a:extLst>
          </p:cNvPr>
          <p:cNvSpPr txBox="1"/>
          <p:nvPr/>
        </p:nvSpPr>
        <p:spPr>
          <a:xfrm>
            <a:off x="625642" y="1804737"/>
            <a:ext cx="298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marker</a:t>
            </a:r>
          </a:p>
        </p:txBody>
      </p:sp>
      <p:sp>
        <p:nvSpPr>
          <p:cNvPr id="7" name="Flowchart: Or 6">
            <a:extLst>
              <a:ext uri="{FF2B5EF4-FFF2-40B4-BE49-F238E27FC236}">
                <a16:creationId xmlns:a16="http://schemas.microsoft.com/office/drawing/2014/main" id="{27DEB0AC-D554-23BE-9C0D-E19744FCB6A1}"/>
              </a:ext>
            </a:extLst>
          </p:cNvPr>
          <p:cNvSpPr/>
          <p:nvPr/>
        </p:nvSpPr>
        <p:spPr>
          <a:xfrm>
            <a:off x="2071991" y="4134255"/>
            <a:ext cx="437745" cy="437745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B33991-0FDF-0411-37BA-B1C659A3D9EF}"/>
              </a:ext>
            </a:extLst>
          </p:cNvPr>
          <p:cNvCxnSpPr/>
          <p:nvPr/>
        </p:nvCxnSpPr>
        <p:spPr>
          <a:xfrm>
            <a:off x="1478604" y="4134255"/>
            <a:ext cx="817124" cy="2334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973785-B1F7-C956-CD2A-44E4485F55ED}"/>
              </a:ext>
            </a:extLst>
          </p:cNvPr>
          <p:cNvCxnSpPr>
            <a:cxnSpLocks/>
          </p:cNvCxnSpPr>
          <p:nvPr/>
        </p:nvCxnSpPr>
        <p:spPr>
          <a:xfrm flipV="1">
            <a:off x="1164887" y="4367719"/>
            <a:ext cx="1125976" cy="9959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screenshot of a graph&#10;&#10;AI-generated content may be incorrect.">
            <a:extLst>
              <a:ext uri="{FF2B5EF4-FFF2-40B4-BE49-F238E27FC236}">
                <a16:creationId xmlns:a16="http://schemas.microsoft.com/office/drawing/2014/main" id="{032E576F-B898-2FE2-C817-20AC480E2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59" t="5324" r="12681" b="51773"/>
          <a:stretch>
            <a:fillRect/>
          </a:stretch>
        </p:blipFill>
        <p:spPr>
          <a:xfrm>
            <a:off x="4814359" y="2172381"/>
            <a:ext cx="3178132" cy="2513238"/>
          </a:xfrm>
          <a:prstGeom prst="rect">
            <a:avLst/>
          </a:prstGeom>
        </p:spPr>
      </p:pic>
      <p:pic>
        <p:nvPicPr>
          <p:cNvPr id="17" name="Picture 16" descr="A screenshot of a graph&#10;&#10;AI-generated content may be incorrect.">
            <a:extLst>
              <a:ext uri="{FF2B5EF4-FFF2-40B4-BE49-F238E27FC236}">
                <a16:creationId xmlns:a16="http://schemas.microsoft.com/office/drawing/2014/main" id="{D78BF696-7F7C-94F8-3BF4-2D9073147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96" t="43735" r="-202" b="42190"/>
          <a:stretch>
            <a:fillRect/>
          </a:stretch>
        </p:blipFill>
        <p:spPr>
          <a:xfrm>
            <a:off x="8157570" y="2637655"/>
            <a:ext cx="967002" cy="82454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4723483-1B69-03CC-1E21-DBA7D88279CF}"/>
              </a:ext>
            </a:extLst>
          </p:cNvPr>
          <p:cNvSpPr txBox="1"/>
          <p:nvPr/>
        </p:nvSpPr>
        <p:spPr>
          <a:xfrm rot="16200000">
            <a:off x="3182854" y="3222760"/>
            <a:ext cx="28307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Distance to center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4AE5D6-0B70-8C1A-A693-E80AD6B09F14}"/>
              </a:ext>
            </a:extLst>
          </p:cNvPr>
          <p:cNvSpPr txBox="1"/>
          <p:nvPr/>
        </p:nvSpPr>
        <p:spPr>
          <a:xfrm>
            <a:off x="4598228" y="5215950"/>
            <a:ext cx="3394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“scripts/</a:t>
            </a:r>
            <a:r>
              <a:rPr lang="en-US" dirty="0" err="1"/>
              <a:t>cell_penetration.ipynb</a:t>
            </a:r>
            <a:r>
              <a:rPr lang="en-US" dirty="0"/>
              <a:t>”</a:t>
            </a:r>
          </a:p>
          <a:p>
            <a:r>
              <a:rPr lang="en-US" dirty="0"/>
              <a:t>“scripts/</a:t>
            </a:r>
            <a:r>
              <a:rPr lang="en-US" dirty="0" err="1"/>
              <a:t>cell_penetration.R</a:t>
            </a:r>
            <a:r>
              <a:rPr lang="en-US" dirty="0"/>
              <a:t>”</a:t>
            </a:r>
          </a:p>
          <a:p>
            <a:endParaRPr lang="en-US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2619A0C-EDAF-9E6C-790F-642FD427661E}"/>
              </a:ext>
            </a:extLst>
          </p:cNvPr>
          <p:cNvSpPr/>
          <p:nvPr/>
        </p:nvSpPr>
        <p:spPr>
          <a:xfrm>
            <a:off x="9124572" y="3667328"/>
            <a:ext cx="457173" cy="325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B2D86C-5DB7-2C66-96BC-9B04920117F9}"/>
              </a:ext>
            </a:extLst>
          </p:cNvPr>
          <p:cNvSpPr txBox="1"/>
          <p:nvPr/>
        </p:nvSpPr>
        <p:spPr>
          <a:xfrm>
            <a:off x="9880091" y="3049926"/>
            <a:ext cx="2112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R: “MAST” / “</a:t>
            </a:r>
            <a:r>
              <a:rPr lang="en-US" dirty="0" err="1"/>
              <a:t>zinb</a:t>
            </a:r>
            <a:r>
              <a:rPr lang="en-US" dirty="0"/>
              <a:t>”, with some tinkering can fit models with continuous covariates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8F3866-AE09-B743-C2E9-85C77D758CA8}"/>
              </a:ext>
            </a:extLst>
          </p:cNvPr>
          <p:cNvSpPr txBox="1"/>
          <p:nvPr/>
        </p:nvSpPr>
        <p:spPr>
          <a:xfrm>
            <a:off x="84221" y="6560028"/>
            <a:ext cx="10118558" cy="27699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Third-party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softwares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Spatial functions</a:t>
            </a:r>
          </a:p>
          <a:p>
            <a:r>
              <a:rPr lang="en-US" sz="1200" dirty="0"/>
              <a:t>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78804B-1742-CC8A-4261-D4583A95FE90}"/>
              </a:ext>
            </a:extLst>
          </p:cNvPr>
          <p:cNvSpPr txBox="1"/>
          <p:nvPr/>
        </p:nvSpPr>
        <p:spPr>
          <a:xfrm>
            <a:off x="8922852" y="4821435"/>
            <a:ext cx="3394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“scripts/</a:t>
            </a:r>
            <a:r>
              <a:rPr lang="en-US" dirty="0" err="1"/>
              <a:t>sc_covariate_DEG.R</a:t>
            </a:r>
            <a:r>
              <a:rPr lang="en-US" dirty="0"/>
              <a:t>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338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7B075-F231-0FB7-C0D7-638D422A5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microenvironments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A2EC6-4DBE-4D0D-A511-482ED1A8A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28" y="1690688"/>
            <a:ext cx="4408709" cy="13174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14EBAA-6144-BA81-0F62-7A5BB2938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29" y="3008159"/>
            <a:ext cx="2495688" cy="3327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A68553-93D7-202E-A9B4-9975F4C6C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9239" y="1849188"/>
            <a:ext cx="5854516" cy="39259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72BF14-9E23-F0A9-2176-6E9D508AB282}"/>
              </a:ext>
            </a:extLst>
          </p:cNvPr>
          <p:cNvSpPr txBox="1"/>
          <p:nvPr/>
        </p:nvSpPr>
        <p:spPr>
          <a:xfrm>
            <a:off x="84221" y="6560028"/>
            <a:ext cx="10118558" cy="27699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Third-party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softwares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Spatial functions</a:t>
            </a:r>
          </a:p>
          <a:p>
            <a:r>
              <a:rPr lang="en-US" sz="1200" dirty="0"/>
              <a:t>Examples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F770CB-20B8-5767-7D3B-A0F288B03760}"/>
              </a:ext>
            </a:extLst>
          </p:cNvPr>
          <p:cNvSpPr txBox="1"/>
          <p:nvPr/>
        </p:nvSpPr>
        <p:spPr>
          <a:xfrm>
            <a:off x="192505" y="4039709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between tissue cell neighborhoods (TCN)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cells within a TCN across conditions</a:t>
            </a:r>
          </a:p>
        </p:txBody>
      </p:sp>
    </p:spTree>
    <p:extLst>
      <p:ext uri="{BB962C8B-B14F-4D97-AF65-F5344CB8AC3E}">
        <p14:creationId xmlns:p14="http://schemas.microsoft.com/office/powerpoint/2010/main" val="4046609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B213-7F12-AF06-140C-B6FFD9DB3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3496"/>
            <a:ext cx="10515600" cy="199828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Thank You!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840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6F5AE-D01E-B3E7-DBDF-EF46D9765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9DCE3-028D-AA7D-8E7A-A4360D7C9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Tile outlier detection?</a:t>
            </a:r>
          </a:p>
          <a:p>
            <a:r>
              <a:rPr lang="en-US" dirty="0"/>
              <a:t>Contouring analysis?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774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2889</TotalTime>
  <Words>736</Words>
  <Application>Microsoft Office PowerPoint</Application>
  <PresentationFormat>Widescreen</PresentationFormat>
  <Paragraphs>220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Spatial Analysis 2</vt:lpstr>
      <vt:lpstr>Overview</vt:lpstr>
      <vt:lpstr>Squidpy</vt:lpstr>
      <vt:lpstr>SCIMAP</vt:lpstr>
      <vt:lpstr>Image analysis</vt:lpstr>
      <vt:lpstr>Niche software</vt:lpstr>
      <vt:lpstr>Common functions</vt:lpstr>
      <vt:lpstr>The neighbor graph</vt:lpstr>
      <vt:lpstr>Co-occurance/distance</vt:lpstr>
      <vt:lpstr>Spatial interaction</vt:lpstr>
      <vt:lpstr>Motif analysis, simple kmeans</vt:lpstr>
      <vt:lpstr>Motif analysis, latent Dirichlet allocation</vt:lpstr>
      <vt:lpstr>Spatial differential expression, Moran’s I</vt:lpstr>
      <vt:lpstr>Spatial differential expression, spatialDE</vt:lpstr>
      <vt:lpstr>All the numbers and statistics generated by the preceding slides come from a single context of an experiment. They’re essentially descriptive. What about comparing the numbers across experiment variables?</vt:lpstr>
      <vt:lpstr>Spatial interaction </vt:lpstr>
      <vt:lpstr>Histology-based pattern expression</vt:lpstr>
      <vt:lpstr>Distance as covariate</vt:lpstr>
      <vt:lpstr>Comparing microenvironments</vt:lpstr>
      <vt:lpstr>Thank You!  </vt:lpstr>
      <vt:lpstr>Custom tasks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David</dc:creator>
  <cp:lastModifiedBy>Smith, David</cp:lastModifiedBy>
  <cp:revision>1</cp:revision>
  <dcterms:created xsi:type="dcterms:W3CDTF">2026-06-09T16:53:59Z</dcterms:created>
  <dcterms:modified xsi:type="dcterms:W3CDTF">2026-06-11T17:03:03Z</dcterms:modified>
</cp:coreProperties>
</file>